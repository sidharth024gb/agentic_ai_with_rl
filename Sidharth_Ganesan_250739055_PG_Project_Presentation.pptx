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223"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F946B3-3E0B-41C0-A815-8D1C4895BD8E}" v="98" dt="2026-08-18T03:04:16.66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447" autoAdjust="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dharth Gb" userId="9eb8319148ee24e5" providerId="LiveId" clId="{100B3C24-6A72-4872-B1A6-D7EAB798B4ED}"/>
    <pc:docChg chg="undo custSel addSld delSld modSld addMainMaster delMainMaster modMainMaster">
      <pc:chgData name="Sidharth Gb" userId="9eb8319148ee24e5" providerId="LiveId" clId="{100B3C24-6A72-4872-B1A6-D7EAB798B4ED}" dt="2026-08-18T03:04:32.878" v="1069" actId="1076"/>
      <pc:docMkLst>
        <pc:docMk/>
      </pc:docMkLst>
      <pc:sldChg chg="addSp delSp modSp new mod setBg modClrScheme chgLayout">
        <pc:chgData name="Sidharth Gb" userId="9eb8319148ee24e5" providerId="LiveId" clId="{100B3C24-6A72-4872-B1A6-D7EAB798B4ED}" dt="2026-08-17T23:33:04.138" v="554" actId="207"/>
        <pc:sldMkLst>
          <pc:docMk/>
          <pc:sldMk cId="1311845718" sldId="256"/>
        </pc:sldMkLst>
        <pc:spChg chg="mod">
          <ac:chgData name="Sidharth Gb" userId="9eb8319148ee24e5" providerId="LiveId" clId="{100B3C24-6A72-4872-B1A6-D7EAB798B4ED}" dt="2026-08-17T23:08:56.877" v="139" actId="1076"/>
          <ac:spMkLst>
            <pc:docMk/>
            <pc:sldMk cId="1311845718" sldId="256"/>
            <ac:spMk id="2" creationId="{FF10D0D2-C940-EDF9-6C7E-D11949976E06}"/>
          </ac:spMkLst>
        </pc:spChg>
        <pc:spChg chg="mod">
          <ac:chgData name="Sidharth Gb" userId="9eb8319148ee24e5" providerId="LiveId" clId="{100B3C24-6A72-4872-B1A6-D7EAB798B4ED}" dt="2026-08-17T23:15:18.236" v="247" actId="27636"/>
          <ac:spMkLst>
            <pc:docMk/>
            <pc:sldMk cId="1311845718" sldId="256"/>
            <ac:spMk id="3" creationId="{373252EB-8EF3-AD77-74FD-9F795F2DEA62}"/>
          </ac:spMkLst>
        </pc:spChg>
        <pc:spChg chg="add mod ord">
          <ac:chgData name="Sidharth Gb" userId="9eb8319148ee24e5" providerId="LiveId" clId="{100B3C24-6A72-4872-B1A6-D7EAB798B4ED}" dt="2026-08-17T23:33:04.138" v="554" actId="207"/>
          <ac:spMkLst>
            <pc:docMk/>
            <pc:sldMk cId="1311845718" sldId="256"/>
            <ac:spMk id="4" creationId="{3E074868-3F5C-0868-7336-8451282D81D5}"/>
          </ac:spMkLst>
        </pc:spChg>
        <pc:spChg chg="del mod">
          <ac:chgData name="Sidharth Gb" userId="9eb8319148ee24e5" providerId="LiveId" clId="{100B3C24-6A72-4872-B1A6-D7EAB798B4ED}" dt="2026-08-17T23:06:42.880" v="115" actId="478"/>
          <ac:spMkLst>
            <pc:docMk/>
            <pc:sldMk cId="1311845718" sldId="256"/>
            <ac:spMk id="4" creationId="{F304CCD4-192F-FC64-03DA-ABB3BD2D8FB7}"/>
          </ac:spMkLst>
        </pc:spChg>
        <pc:spChg chg="add mod">
          <ac:chgData name="Sidharth Gb" userId="9eb8319148ee24e5" providerId="LiveId" clId="{100B3C24-6A72-4872-B1A6-D7EAB798B4ED}" dt="2026-08-17T23:16:40.267" v="258" actId="20577"/>
          <ac:spMkLst>
            <pc:docMk/>
            <pc:sldMk cId="1311845718" sldId="256"/>
            <ac:spMk id="6" creationId="{3D4476BE-148C-363A-BE48-0850B3736B14}"/>
          </ac:spMkLst>
        </pc:spChg>
        <pc:spChg chg="add">
          <ac:chgData name="Sidharth Gb" userId="9eb8319148ee24e5" providerId="LiveId" clId="{100B3C24-6A72-4872-B1A6-D7EAB798B4ED}" dt="2026-08-17T23:07:14.502" v="117" actId="26606"/>
          <ac:spMkLst>
            <pc:docMk/>
            <pc:sldMk cId="1311845718" sldId="256"/>
            <ac:spMk id="9" creationId="{9D3B3C7E-BC2D-4436-8B03-AC421FA66787}"/>
          </ac:spMkLst>
        </pc:spChg>
        <pc:spChg chg="add">
          <ac:chgData name="Sidharth Gb" userId="9eb8319148ee24e5" providerId="LiveId" clId="{100B3C24-6A72-4872-B1A6-D7EAB798B4ED}" dt="2026-08-17T23:07:14.502" v="117" actId="26606"/>
          <ac:spMkLst>
            <pc:docMk/>
            <pc:sldMk cId="1311845718" sldId="256"/>
            <ac:spMk id="16" creationId="{DF0CAD46-2E46-44EB-A063-C05881768CE6}"/>
          </ac:spMkLst>
        </pc:spChg>
        <pc:spChg chg="add">
          <ac:chgData name="Sidharth Gb" userId="9eb8319148ee24e5" providerId="LiveId" clId="{100B3C24-6A72-4872-B1A6-D7EAB798B4ED}" dt="2026-08-17T23:07:14.502" v="117" actId="26606"/>
          <ac:spMkLst>
            <pc:docMk/>
            <pc:sldMk cId="1311845718" sldId="256"/>
            <ac:spMk id="18" creationId="{DE8A7E9B-3161-4AE7-B85C-EE3D7786D549}"/>
          </ac:spMkLst>
        </pc:spChg>
        <pc:grpChg chg="add">
          <ac:chgData name="Sidharth Gb" userId="9eb8319148ee24e5" providerId="LiveId" clId="{100B3C24-6A72-4872-B1A6-D7EAB798B4ED}" dt="2026-08-17T23:07:14.502" v="117" actId="26606"/>
          <ac:grpSpMkLst>
            <pc:docMk/>
            <pc:sldMk cId="1311845718" sldId="256"/>
            <ac:grpSpMk id="11" creationId="{79B5D0C1-066E-4C02-A6B8-59FAE4A19724}"/>
          </ac:grpSpMkLst>
        </pc:grpChg>
        <pc:grpChg chg="add">
          <ac:chgData name="Sidharth Gb" userId="9eb8319148ee24e5" providerId="LiveId" clId="{100B3C24-6A72-4872-B1A6-D7EAB798B4ED}" dt="2026-08-17T23:07:14.502" v="117" actId="26606"/>
          <ac:grpSpMkLst>
            <pc:docMk/>
            <pc:sldMk cId="1311845718" sldId="256"/>
            <ac:grpSpMk id="20" creationId="{C3E45FAB-3768-4529-B0E8-A0E9BE5E382B}"/>
          </ac:grpSpMkLst>
        </pc:grpChg>
        <pc:picChg chg="add mod">
          <ac:chgData name="Sidharth Gb" userId="9eb8319148ee24e5" providerId="LiveId" clId="{100B3C24-6A72-4872-B1A6-D7EAB798B4ED}" dt="2026-08-17T23:15:45.235" v="252" actId="1076"/>
          <ac:picMkLst>
            <pc:docMk/>
            <pc:sldMk cId="1311845718" sldId="256"/>
            <ac:picMk id="5" creationId="{DF520923-182A-9E97-A7C0-94C7F45CBC57}"/>
          </ac:picMkLst>
        </pc:picChg>
      </pc:sldChg>
      <pc:sldChg chg="addSp delSp modSp new del mod setBg modClrScheme delDesignElem chgLayout">
        <pc:chgData name="Sidharth Gb" userId="9eb8319148ee24e5" providerId="LiveId" clId="{100B3C24-6A72-4872-B1A6-D7EAB798B4ED}" dt="2026-08-17T23:06:16.011" v="109" actId="47"/>
        <pc:sldMkLst>
          <pc:docMk/>
          <pc:sldMk cId="2049186605" sldId="256"/>
        </pc:sldMkLst>
        <pc:spChg chg="mod">
          <ac:chgData name="Sidharth Gb" userId="9eb8319148ee24e5" providerId="LiveId" clId="{100B3C24-6A72-4872-B1A6-D7EAB798B4ED}" dt="2026-08-17T23:04:21.435" v="105" actId="27636"/>
          <ac:spMkLst>
            <pc:docMk/>
            <pc:sldMk cId="2049186605" sldId="256"/>
            <ac:spMk id="2" creationId="{9AE8DB47-EB42-8D12-F56E-034C562D8BED}"/>
          </ac:spMkLst>
        </pc:spChg>
        <pc:spChg chg="mod ord">
          <ac:chgData name="Sidharth Gb" userId="9eb8319148ee24e5" providerId="LiveId" clId="{100B3C24-6A72-4872-B1A6-D7EAB798B4ED}" dt="2026-08-17T23:02:29.969" v="89" actId="26606"/>
          <ac:spMkLst>
            <pc:docMk/>
            <pc:sldMk cId="2049186605" sldId="256"/>
            <ac:spMk id="3" creationId="{95E0D5FE-180F-374A-3BE3-99968E820587}"/>
          </ac:spMkLst>
        </pc:spChg>
        <pc:spChg chg="add del">
          <ac:chgData name="Sidharth Gb" userId="9eb8319148ee24e5" providerId="LiveId" clId="{100B3C24-6A72-4872-B1A6-D7EAB798B4ED}" dt="2026-08-17T22:55:20.291" v="77" actId="26606"/>
          <ac:spMkLst>
            <pc:docMk/>
            <pc:sldMk cId="2049186605" sldId="256"/>
            <ac:spMk id="11" creationId="{744CAA32-F237-419C-A2DD-43C28D920D3C}"/>
          </ac:spMkLst>
        </pc:spChg>
        <pc:spChg chg="add del">
          <ac:chgData name="Sidharth Gb" userId="9eb8319148ee24e5" providerId="LiveId" clId="{100B3C24-6A72-4872-B1A6-D7EAB798B4ED}" dt="2026-08-17T22:55:23.009" v="79" actId="26606"/>
          <ac:spMkLst>
            <pc:docMk/>
            <pc:sldMk cId="2049186605" sldId="256"/>
            <ac:spMk id="19" creationId="{E49D7415-2F11-44C2-B6AA-13A25B6814B9}"/>
          </ac:spMkLst>
        </pc:spChg>
        <pc:spChg chg="add del">
          <ac:chgData name="Sidharth Gb" userId="9eb8319148ee24e5" providerId="LiveId" clId="{100B3C24-6A72-4872-B1A6-D7EAB798B4ED}" dt="2026-08-17T22:55:29.889" v="82"/>
          <ac:spMkLst>
            <pc:docMk/>
            <pc:sldMk cId="2049186605" sldId="256"/>
            <ac:spMk id="22" creationId="{92CC1E4F-F1F0-B945-BE50-C72A7103E8AC}"/>
          </ac:spMkLst>
        </pc:spChg>
        <pc:spChg chg="add del">
          <ac:chgData name="Sidharth Gb" userId="9eb8319148ee24e5" providerId="LiveId" clId="{100B3C24-6A72-4872-B1A6-D7EAB798B4ED}" dt="2026-08-17T23:02:29.952" v="88" actId="26606"/>
          <ac:spMkLst>
            <pc:docMk/>
            <pc:sldMk cId="2049186605" sldId="256"/>
            <ac:spMk id="28" creationId="{327D73B4-9F5C-4A64-A179-51B9500CB8B5}"/>
          </ac:spMkLst>
        </pc:spChg>
        <pc:spChg chg="add del">
          <ac:chgData name="Sidharth Gb" userId="9eb8319148ee24e5" providerId="LiveId" clId="{100B3C24-6A72-4872-B1A6-D7EAB798B4ED}" dt="2026-08-17T23:02:29.952" v="88" actId="26606"/>
          <ac:spMkLst>
            <pc:docMk/>
            <pc:sldMk cId="2049186605" sldId="256"/>
            <ac:spMk id="30" creationId="{C1F06963-6374-4B48-844F-071A9BAAAE02}"/>
          </ac:spMkLst>
        </pc:spChg>
        <pc:spChg chg="add del">
          <ac:chgData name="Sidharth Gb" userId="9eb8319148ee24e5" providerId="LiveId" clId="{100B3C24-6A72-4872-B1A6-D7EAB798B4ED}" dt="2026-08-17T23:02:29.952" v="88" actId="26606"/>
          <ac:spMkLst>
            <pc:docMk/>
            <pc:sldMk cId="2049186605" sldId="256"/>
            <ac:spMk id="32" creationId="{6CB927A4-E432-4310-9CD5-E89FF5063179}"/>
          </ac:spMkLst>
        </pc:spChg>
        <pc:spChg chg="add del">
          <ac:chgData name="Sidharth Gb" userId="9eb8319148ee24e5" providerId="LiveId" clId="{100B3C24-6A72-4872-B1A6-D7EAB798B4ED}" dt="2026-08-17T23:02:29.952" v="88" actId="26606"/>
          <ac:spMkLst>
            <pc:docMk/>
            <pc:sldMk cId="2049186605" sldId="256"/>
            <ac:spMk id="34" creationId="{1453BF6C-B012-48B7-B4E8-6D7AC7C27D02}"/>
          </ac:spMkLst>
        </pc:spChg>
        <pc:spChg chg="add del">
          <ac:chgData name="Sidharth Gb" userId="9eb8319148ee24e5" providerId="LiveId" clId="{100B3C24-6A72-4872-B1A6-D7EAB798B4ED}" dt="2026-08-17T23:02:29.952" v="88" actId="26606"/>
          <ac:spMkLst>
            <pc:docMk/>
            <pc:sldMk cId="2049186605" sldId="256"/>
            <ac:spMk id="36" creationId="{E3020543-B24B-4EC4-8FFC-8DD88EEA91A8}"/>
          </ac:spMkLst>
        </pc:spChg>
        <pc:spChg chg="add del">
          <ac:chgData name="Sidharth Gb" userId="9eb8319148ee24e5" providerId="LiveId" clId="{100B3C24-6A72-4872-B1A6-D7EAB798B4ED}" dt="2026-08-17T23:03:07.327" v="92"/>
          <ac:spMkLst>
            <pc:docMk/>
            <pc:sldMk cId="2049186605" sldId="256"/>
            <ac:spMk id="40" creationId="{F94AA2BD-2E3F-4B1D-8127-5744B8115311}"/>
          </ac:spMkLst>
        </pc:spChg>
        <pc:spChg chg="add del">
          <ac:chgData name="Sidharth Gb" userId="9eb8319148ee24e5" providerId="LiveId" clId="{100B3C24-6A72-4872-B1A6-D7EAB798B4ED}" dt="2026-08-17T23:03:07.327" v="92"/>
          <ac:spMkLst>
            <pc:docMk/>
            <pc:sldMk cId="2049186605" sldId="256"/>
            <ac:spMk id="41" creationId="{4BD02261-2DC8-4AA8-9E16-7751AE892445}"/>
          </ac:spMkLst>
        </pc:spChg>
        <pc:spChg chg="add del">
          <ac:chgData name="Sidharth Gb" userId="9eb8319148ee24e5" providerId="LiveId" clId="{100B3C24-6A72-4872-B1A6-D7EAB798B4ED}" dt="2026-08-17T23:03:07.327" v="92"/>
          <ac:spMkLst>
            <pc:docMk/>
            <pc:sldMk cId="2049186605" sldId="256"/>
            <ac:spMk id="42" creationId="{3D752CF2-2291-40B5-B462-C17B174C10BC}"/>
          </ac:spMkLst>
        </pc:spChg>
        <pc:picChg chg="add del">
          <ac:chgData name="Sidharth Gb" userId="9eb8319148ee24e5" providerId="LiveId" clId="{100B3C24-6A72-4872-B1A6-D7EAB798B4ED}" dt="2026-08-17T22:55:20.291" v="77" actId="26606"/>
          <ac:picMkLst>
            <pc:docMk/>
            <pc:sldMk cId="2049186605" sldId="256"/>
            <ac:picMk id="4" creationId="{9B0E7463-CA22-47A0-5FA5-F9B673708A6F}"/>
          </ac:picMkLst>
        </pc:picChg>
        <pc:picChg chg="add del">
          <ac:chgData name="Sidharth Gb" userId="9eb8319148ee24e5" providerId="LiveId" clId="{100B3C24-6A72-4872-B1A6-D7EAB798B4ED}" dt="2026-08-17T22:55:23.009" v="79" actId="26606"/>
          <ac:picMkLst>
            <pc:docMk/>
            <pc:sldMk cId="2049186605" sldId="256"/>
            <ac:picMk id="20" creationId="{FFA531DC-0E4B-9997-F604-AFB3714EB193}"/>
          </ac:picMkLst>
        </pc:picChg>
        <pc:picChg chg="add mod">
          <ac:chgData name="Sidharth Gb" userId="9eb8319148ee24e5" providerId="LiveId" clId="{100B3C24-6A72-4872-B1A6-D7EAB798B4ED}" dt="2026-08-17T23:02:29.969" v="89" actId="26606"/>
          <ac:picMkLst>
            <pc:docMk/>
            <pc:sldMk cId="2049186605" sldId="256"/>
            <ac:picMk id="23" creationId="{49446726-350F-8124-1DAF-90A811BB62B5}"/>
          </ac:picMkLst>
        </pc:picChg>
        <pc:cxnChg chg="add del">
          <ac:chgData name="Sidharth Gb" userId="9eb8319148ee24e5" providerId="LiveId" clId="{100B3C24-6A72-4872-B1A6-D7EAB798B4ED}" dt="2026-08-17T22:55:20.291" v="77" actId="26606"/>
          <ac:cxnSpMkLst>
            <pc:docMk/>
            <pc:sldMk cId="2049186605" sldId="256"/>
            <ac:cxnSpMk id="9" creationId="{118E06E4-607B-144B-382B-AD3D06B1EE8C}"/>
          </ac:cxnSpMkLst>
        </pc:cxnChg>
        <pc:cxnChg chg="add del">
          <ac:chgData name="Sidharth Gb" userId="9eb8319148ee24e5" providerId="LiveId" clId="{100B3C24-6A72-4872-B1A6-D7EAB798B4ED}" dt="2026-08-17T22:55:20.291" v="77" actId="26606"/>
          <ac:cxnSpMkLst>
            <pc:docMk/>
            <pc:sldMk cId="2049186605" sldId="256"/>
            <ac:cxnSpMk id="13" creationId="{08052531-D50B-3899-B150-D05525F4F2BC}"/>
          </ac:cxnSpMkLst>
        </pc:cxnChg>
        <pc:cxnChg chg="add del">
          <ac:chgData name="Sidharth Gb" userId="9eb8319148ee24e5" providerId="LiveId" clId="{100B3C24-6A72-4872-B1A6-D7EAB798B4ED}" dt="2026-08-17T22:55:23.009" v="79" actId="26606"/>
          <ac:cxnSpMkLst>
            <pc:docMk/>
            <pc:sldMk cId="2049186605" sldId="256"/>
            <ac:cxnSpMk id="15" creationId="{511FC409-B3C2-4F68-865C-C5333D6F2710}"/>
          </ac:cxnSpMkLst>
        </pc:cxnChg>
        <pc:cxnChg chg="add del">
          <ac:chgData name="Sidharth Gb" userId="9eb8319148ee24e5" providerId="LiveId" clId="{100B3C24-6A72-4872-B1A6-D7EAB798B4ED}" dt="2026-08-17T22:55:23.009" v="79" actId="26606"/>
          <ac:cxnSpMkLst>
            <pc:docMk/>
            <pc:sldMk cId="2049186605" sldId="256"/>
            <ac:cxnSpMk id="16" creationId="{F64F9B95-9045-48D2-B9F3-2927E98F54AA}"/>
          </ac:cxnSpMkLst>
        </pc:cxnChg>
        <pc:cxnChg chg="add del">
          <ac:chgData name="Sidharth Gb" userId="9eb8319148ee24e5" providerId="LiveId" clId="{100B3C24-6A72-4872-B1A6-D7EAB798B4ED}" dt="2026-08-17T22:55:23.009" v="79" actId="26606"/>
          <ac:cxnSpMkLst>
            <pc:docMk/>
            <pc:sldMk cId="2049186605" sldId="256"/>
            <ac:cxnSpMk id="17" creationId="{B810270D-76A7-44B3-9746-7EDF5788602E}"/>
          </ac:cxnSpMkLst>
        </pc:cxnChg>
        <pc:cxnChg chg="add del">
          <ac:chgData name="Sidharth Gb" userId="9eb8319148ee24e5" providerId="LiveId" clId="{100B3C24-6A72-4872-B1A6-D7EAB798B4ED}" dt="2026-08-17T22:55:23.009" v="79" actId="26606"/>
          <ac:cxnSpMkLst>
            <pc:docMk/>
            <pc:sldMk cId="2049186605" sldId="256"/>
            <ac:cxnSpMk id="18" creationId="{085AA86F-6A4D-4BCB-A045-D992CDC2959B}"/>
          </ac:cxnSpMkLst>
        </pc:cxnChg>
        <pc:cxnChg chg="add del">
          <ac:chgData name="Sidharth Gb" userId="9eb8319148ee24e5" providerId="LiveId" clId="{100B3C24-6A72-4872-B1A6-D7EAB798B4ED}" dt="2026-08-17T23:02:29.952" v="88" actId="26606"/>
          <ac:cxnSpMkLst>
            <pc:docMk/>
            <pc:sldMk cId="2049186605" sldId="256"/>
            <ac:cxnSpMk id="38" creationId="{C49DA8F6-BCC1-4447-B54C-57856834B94B}"/>
          </ac:cxnSpMkLst>
        </pc:cxnChg>
      </pc:sldChg>
      <pc:sldChg chg="addSp delSp modSp new del mod setBg delDesignElem">
        <pc:chgData name="Sidharth Gb" userId="9eb8319148ee24e5" providerId="LiveId" clId="{100B3C24-6A72-4872-B1A6-D7EAB798B4ED}" dt="2026-08-17T23:06:15.615" v="108" actId="47"/>
        <pc:sldMkLst>
          <pc:docMk/>
          <pc:sldMk cId="1689663867" sldId="257"/>
        </pc:sldMkLst>
        <pc:spChg chg="mod">
          <ac:chgData name="Sidharth Gb" userId="9eb8319148ee24e5" providerId="LiveId" clId="{100B3C24-6A72-4872-B1A6-D7EAB798B4ED}" dt="2026-08-17T23:03:12.379" v="95" actId="26606"/>
          <ac:spMkLst>
            <pc:docMk/>
            <pc:sldMk cId="1689663867" sldId="257"/>
            <ac:spMk id="2" creationId="{3ADCA9C0-27C0-921B-FA0B-431E1634A85D}"/>
          </ac:spMkLst>
        </pc:spChg>
        <pc:spChg chg="mod">
          <ac:chgData name="Sidharth Gb" userId="9eb8319148ee24e5" providerId="LiveId" clId="{100B3C24-6A72-4872-B1A6-D7EAB798B4ED}" dt="2026-08-17T23:03:12.379" v="95" actId="26606"/>
          <ac:spMkLst>
            <pc:docMk/>
            <pc:sldMk cId="1689663867" sldId="257"/>
            <ac:spMk id="3" creationId="{C1E59F46-47F0-FB33-76E4-83F962975C24}"/>
          </ac:spMkLst>
        </pc:spChg>
        <pc:spChg chg="del mod">
          <ac:chgData name="Sidharth Gb" userId="9eb8319148ee24e5" providerId="LiveId" clId="{100B3C24-6A72-4872-B1A6-D7EAB798B4ED}" dt="2026-08-17T23:03:12.379" v="95" actId="26606"/>
          <ac:spMkLst>
            <pc:docMk/>
            <pc:sldMk cId="1689663867" sldId="257"/>
            <ac:spMk id="4" creationId="{05B048D9-2F0F-970B-B1D1-DEC15855E6AB}"/>
          </ac:spMkLst>
        </pc:spChg>
        <pc:spChg chg="add del">
          <ac:chgData name="Sidharth Gb" userId="9eb8319148ee24e5" providerId="LiveId" clId="{100B3C24-6A72-4872-B1A6-D7EAB798B4ED}" dt="2026-08-17T23:03:22.050" v="97"/>
          <ac:spMkLst>
            <pc:docMk/>
            <pc:sldMk cId="1689663867" sldId="257"/>
            <ac:spMk id="9" creationId="{B6CDA21F-E7AF-4C75-8395-33F58D5B0E45}"/>
          </ac:spMkLst>
        </pc:spChg>
        <pc:spChg chg="add del">
          <ac:chgData name="Sidharth Gb" userId="9eb8319148ee24e5" providerId="LiveId" clId="{100B3C24-6A72-4872-B1A6-D7EAB798B4ED}" dt="2026-08-17T23:03:22.050" v="97"/>
          <ac:spMkLst>
            <pc:docMk/>
            <pc:sldMk cId="1689663867" sldId="257"/>
            <ac:spMk id="16" creationId="{D5B0017B-2ECA-49AF-B397-DC140825DF8D}"/>
          </ac:spMkLst>
        </pc:spChg>
        <pc:grpChg chg="add del">
          <ac:chgData name="Sidharth Gb" userId="9eb8319148ee24e5" providerId="LiveId" clId="{100B3C24-6A72-4872-B1A6-D7EAB798B4ED}" dt="2026-08-17T23:03:22.050" v="97"/>
          <ac:grpSpMkLst>
            <pc:docMk/>
            <pc:sldMk cId="1689663867" sldId="257"/>
            <ac:grpSpMk id="11" creationId="{AE1C45F0-260A-458C-96ED-C1F6D2151219}"/>
          </ac:grpSpMkLst>
        </pc:grpChg>
        <pc:cxnChg chg="add del">
          <ac:chgData name="Sidharth Gb" userId="9eb8319148ee24e5" providerId="LiveId" clId="{100B3C24-6A72-4872-B1A6-D7EAB798B4ED}" dt="2026-08-17T23:03:22.050" v="97"/>
          <ac:cxnSpMkLst>
            <pc:docMk/>
            <pc:sldMk cId="1689663867" sldId="257"/>
            <ac:cxnSpMk id="18" creationId="{6CF1BAF6-AD41-4082-B212-8A1F9A2E8779}"/>
          </ac:cxnSpMkLst>
        </pc:cxnChg>
      </pc:sldChg>
      <pc:sldChg chg="addSp delSp modSp new mod setBg modClrScheme setClrOvrMap chgLayout">
        <pc:chgData name="Sidharth Gb" userId="9eb8319148ee24e5" providerId="LiveId" clId="{100B3C24-6A72-4872-B1A6-D7EAB798B4ED}" dt="2026-08-18T00:55:09.405" v="855" actId="20577"/>
        <pc:sldMkLst>
          <pc:docMk/>
          <pc:sldMk cId="4230300947" sldId="257"/>
        </pc:sldMkLst>
        <pc:spChg chg="del mod ord">
          <ac:chgData name="Sidharth Gb" userId="9eb8319148ee24e5" providerId="LiveId" clId="{100B3C24-6A72-4872-B1A6-D7EAB798B4ED}" dt="2026-08-17T23:21:48.655" v="320" actId="700"/>
          <ac:spMkLst>
            <pc:docMk/>
            <pc:sldMk cId="4230300947" sldId="257"/>
            <ac:spMk id="2" creationId="{20DF550E-6B77-BDF3-68A8-23E283AD61D2}"/>
          </ac:spMkLst>
        </pc:spChg>
        <pc:spChg chg="del mod ord">
          <ac:chgData name="Sidharth Gb" userId="9eb8319148ee24e5" providerId="LiveId" clId="{100B3C24-6A72-4872-B1A6-D7EAB798B4ED}" dt="2026-08-17T23:21:48.655" v="320" actId="700"/>
          <ac:spMkLst>
            <pc:docMk/>
            <pc:sldMk cId="4230300947" sldId="257"/>
            <ac:spMk id="3" creationId="{711A3506-B92D-25D4-9092-95EB5AA6EC6A}"/>
          </ac:spMkLst>
        </pc:spChg>
        <pc:spChg chg="del">
          <ac:chgData name="Sidharth Gb" userId="9eb8319148ee24e5" providerId="LiveId" clId="{100B3C24-6A72-4872-B1A6-D7EAB798B4ED}" dt="2026-08-17T23:21:48.655" v="320" actId="700"/>
          <ac:spMkLst>
            <pc:docMk/>
            <pc:sldMk cId="4230300947" sldId="257"/>
            <ac:spMk id="4" creationId="{CC11671D-C428-ED06-A632-0750C39383A5}"/>
          </ac:spMkLst>
        </pc:spChg>
        <pc:spChg chg="add mod ord">
          <ac:chgData name="Sidharth Gb" userId="9eb8319148ee24e5" providerId="LiveId" clId="{100B3C24-6A72-4872-B1A6-D7EAB798B4ED}" dt="2026-08-17T23:32:19.338" v="549" actId="26606"/>
          <ac:spMkLst>
            <pc:docMk/>
            <pc:sldMk cId="4230300947" sldId="257"/>
            <ac:spMk id="5" creationId="{EA1A30E3-92B6-218D-0466-538D9F724EBC}"/>
          </ac:spMkLst>
        </pc:spChg>
        <pc:spChg chg="add del mod ord">
          <ac:chgData name="Sidharth Gb" userId="9eb8319148ee24e5" providerId="LiveId" clId="{100B3C24-6A72-4872-B1A6-D7EAB798B4ED}" dt="2026-08-17T23:31:04.527" v="548" actId="26606"/>
          <ac:spMkLst>
            <pc:docMk/>
            <pc:sldMk cId="4230300947" sldId="257"/>
            <ac:spMk id="6" creationId="{EACAD62F-910F-DEDF-3F1A-A733E81165B8}"/>
          </ac:spMkLst>
        </pc:spChg>
        <pc:spChg chg="add del mod">
          <ac:chgData name="Sidharth Gb" userId="9eb8319148ee24e5" providerId="LiveId" clId="{100B3C24-6A72-4872-B1A6-D7EAB798B4ED}" dt="2026-08-17T23:22:03.210" v="324"/>
          <ac:spMkLst>
            <pc:docMk/>
            <pc:sldMk cId="4230300947" sldId="257"/>
            <ac:spMk id="7" creationId="{A3DCA544-99A8-E004-31DF-5CE08452ED64}"/>
          </ac:spMkLst>
        </pc:spChg>
        <pc:spChg chg="add del">
          <ac:chgData name="Sidharth Gb" userId="9eb8319148ee24e5" providerId="LiveId" clId="{100B3C24-6A72-4872-B1A6-D7EAB798B4ED}" dt="2026-08-17T23:31:04.527" v="548" actId="26606"/>
          <ac:spMkLst>
            <pc:docMk/>
            <pc:sldMk cId="4230300947" sldId="257"/>
            <ac:spMk id="11" creationId="{7B4854C3-58CC-4A2C-B4CA-926819F0C2A6}"/>
          </ac:spMkLst>
        </pc:spChg>
        <pc:spChg chg="add del">
          <ac:chgData name="Sidharth Gb" userId="9eb8319148ee24e5" providerId="LiveId" clId="{100B3C24-6A72-4872-B1A6-D7EAB798B4ED}" dt="2026-08-17T23:31:04.527" v="548" actId="26606"/>
          <ac:spMkLst>
            <pc:docMk/>
            <pc:sldMk cId="4230300947" sldId="257"/>
            <ac:spMk id="13" creationId="{FA7B9933-15AE-4ACB-B091-21C9F385332A}"/>
          </ac:spMkLst>
        </pc:spChg>
        <pc:spChg chg="add del">
          <ac:chgData name="Sidharth Gb" userId="9eb8319148ee24e5" providerId="LiveId" clId="{100B3C24-6A72-4872-B1A6-D7EAB798B4ED}" dt="2026-08-17T23:31:01.046" v="544" actId="26606"/>
          <ac:spMkLst>
            <pc:docMk/>
            <pc:sldMk cId="4230300947" sldId="257"/>
            <ac:spMk id="22" creationId="{7B22176A-41DB-4D9A-9B6F-F2296F1ED173}"/>
          </ac:spMkLst>
        </pc:spChg>
        <pc:spChg chg="add del">
          <ac:chgData name="Sidharth Gb" userId="9eb8319148ee24e5" providerId="LiveId" clId="{100B3C24-6A72-4872-B1A6-D7EAB798B4ED}" dt="2026-08-17T23:30:38.961" v="524" actId="26606"/>
          <ac:spMkLst>
            <pc:docMk/>
            <pc:sldMk cId="4230300947" sldId="257"/>
            <ac:spMk id="23" creationId="{51A01047-632B-4F57-9CDB-AA680D5BBB19}"/>
          </ac:spMkLst>
        </pc:spChg>
        <pc:spChg chg="add del">
          <ac:chgData name="Sidharth Gb" userId="9eb8319148ee24e5" providerId="LiveId" clId="{100B3C24-6A72-4872-B1A6-D7EAB798B4ED}" dt="2026-08-17T23:24:19.329" v="436" actId="26606"/>
          <ac:spMkLst>
            <pc:docMk/>
            <pc:sldMk cId="4230300947" sldId="257"/>
            <ac:spMk id="24" creationId="{7B22176A-41DB-4D9A-9B6F-F2296F1ED173}"/>
          </ac:spMkLst>
        </pc:spChg>
        <pc:spChg chg="add del">
          <ac:chgData name="Sidharth Gb" userId="9eb8319148ee24e5" providerId="LiveId" clId="{100B3C24-6A72-4872-B1A6-D7EAB798B4ED}" dt="2026-08-17T23:30:38.961" v="524" actId="26606"/>
          <ac:spMkLst>
            <pc:docMk/>
            <pc:sldMk cId="4230300947" sldId="257"/>
            <ac:spMk id="25" creationId="{6D7753FE-7408-46D8-999A-0B0C34EA8C09}"/>
          </ac:spMkLst>
        </pc:spChg>
        <pc:spChg chg="add del">
          <ac:chgData name="Sidharth Gb" userId="9eb8319148ee24e5" providerId="LiveId" clId="{100B3C24-6A72-4872-B1A6-D7EAB798B4ED}" dt="2026-08-17T23:24:19.329" v="436" actId="26606"/>
          <ac:spMkLst>
            <pc:docMk/>
            <pc:sldMk cId="4230300947" sldId="257"/>
            <ac:spMk id="26" creationId="{774A8DF5-445E-49C5-B10A-8DF5FEFBCC46}"/>
          </ac:spMkLst>
        </pc:spChg>
        <pc:spChg chg="add del">
          <ac:chgData name="Sidharth Gb" userId="9eb8319148ee24e5" providerId="LiveId" clId="{100B3C24-6A72-4872-B1A6-D7EAB798B4ED}" dt="2026-08-17T23:24:19.329" v="436" actId="26606"/>
          <ac:spMkLst>
            <pc:docMk/>
            <pc:sldMk cId="4230300947" sldId="257"/>
            <ac:spMk id="28" creationId="{9A4E38D9-EFB8-40B5-B42B-514FBF180360}"/>
          </ac:spMkLst>
        </pc:spChg>
        <pc:spChg chg="add del">
          <ac:chgData name="Sidharth Gb" userId="9eb8319148ee24e5" providerId="LiveId" clId="{100B3C24-6A72-4872-B1A6-D7EAB798B4ED}" dt="2026-08-17T23:31:01.046" v="544" actId="26606"/>
          <ac:spMkLst>
            <pc:docMk/>
            <pc:sldMk cId="4230300947" sldId="257"/>
            <ac:spMk id="29" creationId="{774A8DF5-445E-49C5-B10A-8DF5FEFBCC46}"/>
          </ac:spMkLst>
        </pc:spChg>
        <pc:spChg chg="add del">
          <ac:chgData name="Sidharth Gb" userId="9eb8319148ee24e5" providerId="LiveId" clId="{100B3C24-6A72-4872-B1A6-D7EAB798B4ED}" dt="2026-08-17T23:31:01.046" v="544" actId="26606"/>
          <ac:spMkLst>
            <pc:docMk/>
            <pc:sldMk cId="4230300947" sldId="257"/>
            <ac:spMk id="34" creationId="{9A4E38D9-EFB8-40B5-B42B-514FBF180360}"/>
          </ac:spMkLst>
        </pc:spChg>
        <pc:spChg chg="add del">
          <ac:chgData name="Sidharth Gb" userId="9eb8319148ee24e5" providerId="LiveId" clId="{100B3C24-6A72-4872-B1A6-D7EAB798B4ED}" dt="2026-08-17T23:24:22.378" v="438" actId="26606"/>
          <ac:spMkLst>
            <pc:docMk/>
            <pc:sldMk cId="4230300947" sldId="257"/>
            <ac:spMk id="35" creationId="{FAC9656C-AED6-412E-9226-B7F1964005BD}"/>
          </ac:spMkLst>
        </pc:spChg>
        <pc:spChg chg="add del">
          <ac:chgData name="Sidharth Gb" userId="9eb8319148ee24e5" providerId="LiveId" clId="{100B3C24-6A72-4872-B1A6-D7EAB798B4ED}" dt="2026-08-17T23:24:22.378" v="438" actId="26606"/>
          <ac:spMkLst>
            <pc:docMk/>
            <pc:sldMk cId="4230300947" sldId="257"/>
            <ac:spMk id="36" creationId="{F5BC820D-D527-47CE-ABB0-DA0BB5B04330}"/>
          </ac:spMkLst>
        </pc:spChg>
        <pc:spChg chg="add del">
          <ac:chgData name="Sidharth Gb" userId="9eb8319148ee24e5" providerId="LiveId" clId="{100B3C24-6A72-4872-B1A6-D7EAB798B4ED}" dt="2026-08-17T23:24:22.378" v="438" actId="26606"/>
          <ac:spMkLst>
            <pc:docMk/>
            <pc:sldMk cId="4230300947" sldId="257"/>
            <ac:spMk id="37" creationId="{D1DD315B-AEF9-490C-9438-C80F80405798}"/>
          </ac:spMkLst>
        </pc:spChg>
        <pc:spChg chg="add del">
          <ac:chgData name="Sidharth Gb" userId="9eb8319148ee24e5" providerId="LiveId" clId="{100B3C24-6A72-4872-B1A6-D7EAB798B4ED}" dt="2026-08-17T23:28:51.631" v="480" actId="26606"/>
          <ac:spMkLst>
            <pc:docMk/>
            <pc:sldMk cId="4230300947" sldId="257"/>
            <ac:spMk id="40" creationId="{7B22176A-41DB-4D9A-9B6F-F2296F1ED173}"/>
          </ac:spMkLst>
        </pc:spChg>
        <pc:spChg chg="add del">
          <ac:chgData name="Sidharth Gb" userId="9eb8319148ee24e5" providerId="LiveId" clId="{100B3C24-6A72-4872-B1A6-D7EAB798B4ED}" dt="2026-08-17T23:28:51.631" v="480" actId="26606"/>
          <ac:spMkLst>
            <pc:docMk/>
            <pc:sldMk cId="4230300947" sldId="257"/>
            <ac:spMk id="41" creationId="{774A8DF5-445E-49C5-B10A-8DF5FEFBCC46}"/>
          </ac:spMkLst>
        </pc:spChg>
        <pc:spChg chg="add del">
          <ac:chgData name="Sidharth Gb" userId="9eb8319148ee24e5" providerId="LiveId" clId="{100B3C24-6A72-4872-B1A6-D7EAB798B4ED}" dt="2026-08-17T23:28:51.631" v="480" actId="26606"/>
          <ac:spMkLst>
            <pc:docMk/>
            <pc:sldMk cId="4230300947" sldId="257"/>
            <ac:spMk id="42" creationId="{9A4E38D9-EFB8-40B5-B42B-514FBF180360}"/>
          </ac:spMkLst>
        </pc:spChg>
        <pc:spChg chg="add del">
          <ac:chgData name="Sidharth Gb" userId="9eb8319148ee24e5" providerId="LiveId" clId="{100B3C24-6A72-4872-B1A6-D7EAB798B4ED}" dt="2026-08-17T23:31:04.506" v="546" actId="26606"/>
          <ac:spMkLst>
            <pc:docMk/>
            <pc:sldMk cId="4230300947" sldId="257"/>
            <ac:spMk id="48" creationId="{FAC9656C-AED6-412E-9226-B7F1964005BD}"/>
          </ac:spMkLst>
        </pc:spChg>
        <pc:spChg chg="add del">
          <ac:chgData name="Sidharth Gb" userId="9eb8319148ee24e5" providerId="LiveId" clId="{100B3C24-6A72-4872-B1A6-D7EAB798B4ED}" dt="2026-08-17T23:31:04.506" v="546" actId="26606"/>
          <ac:spMkLst>
            <pc:docMk/>
            <pc:sldMk cId="4230300947" sldId="257"/>
            <ac:spMk id="49" creationId="{F5BC820D-D527-47CE-ABB0-DA0BB5B04330}"/>
          </ac:spMkLst>
        </pc:spChg>
        <pc:spChg chg="add del">
          <ac:chgData name="Sidharth Gb" userId="9eb8319148ee24e5" providerId="LiveId" clId="{100B3C24-6A72-4872-B1A6-D7EAB798B4ED}" dt="2026-08-17T23:31:04.506" v="546" actId="26606"/>
          <ac:spMkLst>
            <pc:docMk/>
            <pc:sldMk cId="4230300947" sldId="257"/>
            <ac:spMk id="50" creationId="{D1DD315B-AEF9-490C-9438-C80F80405798}"/>
          </ac:spMkLst>
        </pc:spChg>
        <pc:spChg chg="add del">
          <ac:chgData name="Sidharth Gb" userId="9eb8319148ee24e5" providerId="LiveId" clId="{100B3C24-6A72-4872-B1A6-D7EAB798B4ED}" dt="2026-08-17T23:32:19.338" v="549" actId="26606"/>
          <ac:spMkLst>
            <pc:docMk/>
            <pc:sldMk cId="4230300947" sldId="257"/>
            <ac:spMk id="53" creationId="{7B4854C3-58CC-4A2C-B4CA-926819F0C2A6}"/>
          </ac:spMkLst>
        </pc:spChg>
        <pc:spChg chg="add del">
          <ac:chgData name="Sidharth Gb" userId="9eb8319148ee24e5" providerId="LiveId" clId="{100B3C24-6A72-4872-B1A6-D7EAB798B4ED}" dt="2026-08-17T23:32:19.338" v="549" actId="26606"/>
          <ac:spMkLst>
            <pc:docMk/>
            <pc:sldMk cId="4230300947" sldId="257"/>
            <ac:spMk id="54" creationId="{FA7B9933-15AE-4ACB-B091-21C9F385332A}"/>
          </ac:spMkLst>
        </pc:spChg>
        <pc:spChg chg="add">
          <ac:chgData name="Sidharth Gb" userId="9eb8319148ee24e5" providerId="LiveId" clId="{100B3C24-6A72-4872-B1A6-D7EAB798B4ED}" dt="2026-08-17T23:32:19.338" v="549" actId="26606"/>
          <ac:spMkLst>
            <pc:docMk/>
            <pc:sldMk cId="4230300947" sldId="257"/>
            <ac:spMk id="62" creationId="{C07271E9-21F4-400B-84B6-052EAFCFE540}"/>
          </ac:spMkLst>
        </pc:spChg>
        <pc:spChg chg="add">
          <ac:chgData name="Sidharth Gb" userId="9eb8319148ee24e5" providerId="LiveId" clId="{100B3C24-6A72-4872-B1A6-D7EAB798B4ED}" dt="2026-08-17T23:32:19.338" v="549" actId="26606"/>
          <ac:spMkLst>
            <pc:docMk/>
            <pc:sldMk cId="4230300947" sldId="257"/>
            <ac:spMk id="64" creationId="{3E3D78ED-34B7-4F8E-8377-994DCAD3C852}"/>
          </ac:spMkLst>
        </pc:spChg>
        <pc:grpChg chg="add del">
          <ac:chgData name="Sidharth Gb" userId="9eb8319148ee24e5" providerId="LiveId" clId="{100B3C24-6A72-4872-B1A6-D7EAB798B4ED}" dt="2026-08-17T23:31:04.527" v="548" actId="26606"/>
          <ac:grpSpMkLst>
            <pc:docMk/>
            <pc:sldMk cId="4230300947" sldId="257"/>
            <ac:grpSpMk id="15" creationId="{DE57BB50-0A5D-4AD7-87AB-5904B788BC54}"/>
          </ac:grpSpMkLst>
        </pc:grpChg>
        <pc:grpChg chg="add del">
          <ac:chgData name="Sidharth Gb" userId="9eb8319148ee24e5" providerId="LiveId" clId="{100B3C24-6A72-4872-B1A6-D7EAB798B4ED}" dt="2026-08-17T23:30:38.961" v="524" actId="26606"/>
          <ac:grpSpMkLst>
            <pc:docMk/>
            <pc:sldMk cId="4230300947" sldId="257"/>
            <ac:grpSpMk id="27" creationId="{E30DE9CB-4267-487A-915E-5665607E9F36}"/>
          </ac:grpSpMkLst>
        </pc:grpChg>
        <pc:grpChg chg="add del">
          <ac:chgData name="Sidharth Gb" userId="9eb8319148ee24e5" providerId="LiveId" clId="{100B3C24-6A72-4872-B1A6-D7EAB798B4ED}" dt="2026-08-17T23:24:19.329" v="436" actId="26606"/>
          <ac:grpSpMkLst>
            <pc:docMk/>
            <pc:sldMk cId="4230300947" sldId="257"/>
            <ac:grpSpMk id="30" creationId="{D87FFE71-34DC-4C53-AE0F-6B141D081D09}"/>
          </ac:grpSpMkLst>
        </pc:grpChg>
        <pc:grpChg chg="add del">
          <ac:chgData name="Sidharth Gb" userId="9eb8319148ee24e5" providerId="LiveId" clId="{100B3C24-6A72-4872-B1A6-D7EAB798B4ED}" dt="2026-08-17T23:31:01.046" v="544" actId="26606"/>
          <ac:grpSpMkLst>
            <pc:docMk/>
            <pc:sldMk cId="4230300947" sldId="257"/>
            <ac:grpSpMk id="39" creationId="{D87FFE71-34DC-4C53-AE0F-6B141D081D09}"/>
          </ac:grpSpMkLst>
        </pc:grpChg>
        <pc:grpChg chg="add del">
          <ac:chgData name="Sidharth Gb" userId="9eb8319148ee24e5" providerId="LiveId" clId="{100B3C24-6A72-4872-B1A6-D7EAB798B4ED}" dt="2026-08-17T23:28:51.631" v="480" actId="26606"/>
          <ac:grpSpMkLst>
            <pc:docMk/>
            <pc:sldMk cId="4230300947" sldId="257"/>
            <ac:grpSpMk id="43" creationId="{D87FFE71-34DC-4C53-AE0F-6B141D081D09}"/>
          </ac:grpSpMkLst>
        </pc:grpChg>
        <pc:grpChg chg="add del">
          <ac:chgData name="Sidharth Gb" userId="9eb8319148ee24e5" providerId="LiveId" clId="{100B3C24-6A72-4872-B1A6-D7EAB798B4ED}" dt="2026-08-17T23:32:19.338" v="549" actId="26606"/>
          <ac:grpSpMkLst>
            <pc:docMk/>
            <pc:sldMk cId="4230300947" sldId="257"/>
            <ac:grpSpMk id="55" creationId="{DE57BB50-0A5D-4AD7-87AB-5904B788BC54}"/>
          </ac:grpSpMkLst>
        </pc:grpChg>
        <pc:grpChg chg="add">
          <ac:chgData name="Sidharth Gb" userId="9eb8319148ee24e5" providerId="LiveId" clId="{100B3C24-6A72-4872-B1A6-D7EAB798B4ED}" dt="2026-08-17T23:32:19.338" v="549" actId="26606"/>
          <ac:grpSpMkLst>
            <pc:docMk/>
            <pc:sldMk cId="4230300947" sldId="257"/>
            <ac:grpSpMk id="66" creationId="{A1527245-C5C2-4BD3-8317-C4D6D7A10213}"/>
          </ac:grpSpMkLst>
        </pc:grpChg>
        <pc:graphicFrameChg chg="add del">
          <ac:chgData name="Sidharth Gb" userId="9eb8319148ee24e5" providerId="LiveId" clId="{100B3C24-6A72-4872-B1A6-D7EAB798B4ED}" dt="2026-08-17T23:24:19.329" v="436" actId="26606"/>
          <ac:graphicFrameMkLst>
            <pc:docMk/>
            <pc:sldMk cId="4230300947" sldId="257"/>
            <ac:graphicFrameMk id="20" creationId="{9044DF9A-C701-E380-F8B7-0FAF9026FC1F}"/>
          </ac:graphicFrameMkLst>
        </pc:graphicFrameChg>
        <pc:graphicFrameChg chg="add del">
          <ac:chgData name="Sidharth Gb" userId="9eb8319148ee24e5" providerId="LiveId" clId="{100B3C24-6A72-4872-B1A6-D7EAB798B4ED}" dt="2026-08-17T23:30:07.866" v="522" actId="26606"/>
          <ac:graphicFrameMkLst>
            <pc:docMk/>
            <pc:sldMk cId="4230300947" sldId="257"/>
            <ac:graphicFrameMk id="21" creationId="{2553DA97-6F72-5FBF-43FF-C600F8DE45E1}"/>
          </ac:graphicFrameMkLst>
        </pc:graphicFrameChg>
        <pc:graphicFrameChg chg="add del">
          <ac:chgData name="Sidharth Gb" userId="9eb8319148ee24e5" providerId="LiveId" clId="{100B3C24-6A72-4872-B1A6-D7EAB798B4ED}" dt="2026-08-17T23:30:38.961" v="524" actId="26606"/>
          <ac:graphicFrameMkLst>
            <pc:docMk/>
            <pc:sldMk cId="4230300947" sldId="257"/>
            <ac:graphicFrameMk id="33" creationId="{C7EFF537-FBA5-FC92-2C7F-7D6FC39B8640}"/>
          </ac:graphicFrameMkLst>
        </pc:graphicFrameChg>
        <pc:graphicFrameChg chg="add del">
          <ac:chgData name="Sidharth Gb" userId="9eb8319148ee24e5" providerId="LiveId" clId="{100B3C24-6A72-4872-B1A6-D7EAB798B4ED}" dt="2026-08-17T23:24:22.378" v="438" actId="26606"/>
          <ac:graphicFrameMkLst>
            <pc:docMk/>
            <pc:sldMk cId="4230300947" sldId="257"/>
            <ac:graphicFrameMk id="38" creationId="{0C6E5E38-43B2-17DE-F76D-1F339CA4CF2A}"/>
          </ac:graphicFrameMkLst>
        </pc:graphicFrameChg>
        <pc:graphicFrameChg chg="add del mod modGraphic">
          <ac:chgData name="Sidharth Gb" userId="9eb8319148ee24e5" providerId="LiveId" clId="{100B3C24-6A72-4872-B1A6-D7EAB798B4ED}" dt="2026-08-17T23:28:51.631" v="480" actId="26606"/>
          <ac:graphicFrameMkLst>
            <pc:docMk/>
            <pc:sldMk cId="4230300947" sldId="257"/>
            <ac:graphicFrameMk id="44" creationId="{83604E63-F73E-27E2-DAEA-B641089E74B7}"/>
          </ac:graphicFrameMkLst>
        </pc:graphicFrameChg>
        <pc:graphicFrameChg chg="add del">
          <ac:chgData name="Sidharth Gb" userId="9eb8319148ee24e5" providerId="LiveId" clId="{100B3C24-6A72-4872-B1A6-D7EAB798B4ED}" dt="2026-08-17T23:31:01.046" v="544" actId="26606"/>
          <ac:graphicFrameMkLst>
            <pc:docMk/>
            <pc:sldMk cId="4230300947" sldId="257"/>
            <ac:graphicFrameMk id="46" creationId="{747E56E1-8CC4-A515-5D2A-35A4CD1421CE}"/>
          </ac:graphicFrameMkLst>
        </pc:graphicFrameChg>
        <pc:graphicFrameChg chg="add del">
          <ac:chgData name="Sidharth Gb" userId="9eb8319148ee24e5" providerId="LiveId" clId="{100B3C24-6A72-4872-B1A6-D7EAB798B4ED}" dt="2026-08-17T23:31:04.506" v="546" actId="26606"/>
          <ac:graphicFrameMkLst>
            <pc:docMk/>
            <pc:sldMk cId="4230300947" sldId="257"/>
            <ac:graphicFrameMk id="51" creationId="{211A6571-58B7-E5E6-D556-0930EA61BFF7}"/>
          </ac:graphicFrameMkLst>
        </pc:graphicFrameChg>
        <pc:graphicFrameChg chg="add mod modGraphic">
          <ac:chgData name="Sidharth Gb" userId="9eb8319148ee24e5" providerId="LiveId" clId="{100B3C24-6A72-4872-B1A6-D7EAB798B4ED}" dt="2026-08-18T00:55:09.405" v="855" actId="20577"/>
          <ac:graphicFrameMkLst>
            <pc:docMk/>
            <pc:sldMk cId="4230300947" sldId="257"/>
            <ac:graphicFrameMk id="57" creationId="{E142709C-0F02-820E-9A25-7D422E0ACD48}"/>
          </ac:graphicFrameMkLst>
        </pc:graphicFrameChg>
        <pc:picChg chg="add del mod">
          <ac:chgData name="Sidharth Gb" userId="9eb8319148ee24e5" providerId="LiveId" clId="{100B3C24-6A72-4872-B1A6-D7EAB798B4ED}" dt="2026-08-17T23:35:08.918" v="558" actId="478"/>
          <ac:picMkLst>
            <pc:docMk/>
            <pc:sldMk cId="4230300947" sldId="257"/>
            <ac:picMk id="8" creationId="{9508349E-6FB6-BD53-5762-7BE531BC2464}"/>
          </ac:picMkLst>
        </pc:picChg>
        <pc:picChg chg="add del mod">
          <ac:chgData name="Sidharth Gb" userId="9eb8319148ee24e5" providerId="LiveId" clId="{100B3C24-6A72-4872-B1A6-D7EAB798B4ED}" dt="2026-08-17T23:35:06.578" v="557" actId="478"/>
          <ac:picMkLst>
            <pc:docMk/>
            <pc:sldMk cId="4230300947" sldId="257"/>
            <ac:picMk id="9" creationId="{AF9F4371-EA32-B1B1-5BF2-39F9AFDF167E}"/>
          </ac:picMkLst>
        </pc:picChg>
        <pc:cxnChg chg="mod replId">
          <ac:chgData name="Sidharth Gb" userId="9eb8319148ee24e5" providerId="LiveId" clId="{100B3C24-6A72-4872-B1A6-D7EAB798B4ED}" dt="2026-08-17T23:31:04.507" v="547" actId="26606"/>
          <ac:cxnSpMkLst>
            <pc:docMk/>
            <pc:sldMk cId="4230300947" sldId="257"/>
            <ac:cxnSpMk id="58" creationId="{D4A1AC28-5B9C-4D41-95E9-675EDF3F4BFC}"/>
          </ac:cxnSpMkLst>
        </pc:cxnChg>
        <pc:cxnChg chg="mod replId">
          <ac:chgData name="Sidharth Gb" userId="9eb8319148ee24e5" providerId="LiveId" clId="{100B3C24-6A72-4872-B1A6-D7EAB798B4ED}" dt="2026-08-17T23:31:04.507" v="547" actId="26606"/>
          <ac:cxnSpMkLst>
            <pc:docMk/>
            <pc:sldMk cId="4230300947" sldId="257"/>
            <ac:cxnSpMk id="59" creationId="{5E446F29-8D76-46EF-B0AF-41066F65AA79}"/>
          </ac:cxnSpMkLst>
        </pc:cxnChg>
      </pc:sldChg>
      <pc:sldChg chg="addSp modSp new mod setBg">
        <pc:chgData name="Sidharth Gb" userId="9eb8319148ee24e5" providerId="LiveId" clId="{100B3C24-6A72-4872-B1A6-D7EAB798B4ED}" dt="2026-08-18T01:40:50.075" v="1015" actId="26606"/>
        <pc:sldMkLst>
          <pc:docMk/>
          <pc:sldMk cId="912757628" sldId="258"/>
        </pc:sldMkLst>
        <pc:spChg chg="mod">
          <ac:chgData name="Sidharth Gb" userId="9eb8319148ee24e5" providerId="LiveId" clId="{100B3C24-6A72-4872-B1A6-D7EAB798B4ED}" dt="2026-08-18T01:40:50.075" v="1015" actId="26606"/>
          <ac:spMkLst>
            <pc:docMk/>
            <pc:sldMk cId="912757628" sldId="258"/>
            <ac:spMk id="2" creationId="{FE0EBDC4-33D9-2E94-F398-C815DA043E30}"/>
          </ac:spMkLst>
        </pc:spChg>
        <pc:spChg chg="mod">
          <ac:chgData name="Sidharth Gb" userId="9eb8319148ee24e5" providerId="LiveId" clId="{100B3C24-6A72-4872-B1A6-D7EAB798B4ED}" dt="2026-08-18T01:40:50.075" v="1015" actId="26606"/>
          <ac:spMkLst>
            <pc:docMk/>
            <pc:sldMk cId="912757628" sldId="258"/>
            <ac:spMk id="3" creationId="{8F038179-9FC9-C07D-C7F4-F87E354007A2}"/>
          </ac:spMkLst>
        </pc:spChg>
        <pc:spChg chg="add">
          <ac:chgData name="Sidharth Gb" userId="9eb8319148ee24e5" providerId="LiveId" clId="{100B3C24-6A72-4872-B1A6-D7EAB798B4ED}" dt="2026-08-18T01:40:50.075" v="1015" actId="26606"/>
          <ac:spMkLst>
            <pc:docMk/>
            <pc:sldMk cId="912757628" sldId="258"/>
            <ac:spMk id="8" creationId="{D97F34F9-F7CE-4D62-8F8B-2E98B03947EC}"/>
          </ac:spMkLst>
        </pc:spChg>
        <pc:spChg chg="add">
          <ac:chgData name="Sidharth Gb" userId="9eb8319148ee24e5" providerId="LiveId" clId="{100B3C24-6A72-4872-B1A6-D7EAB798B4ED}" dt="2026-08-18T01:40:50.075" v="1015" actId="26606"/>
          <ac:spMkLst>
            <pc:docMk/>
            <pc:sldMk cId="912757628" sldId="258"/>
            <ac:spMk id="10" creationId="{51AEC8AF-1896-43A9-BF10-CE06FD254459}"/>
          </ac:spMkLst>
        </pc:spChg>
        <pc:spChg chg="add">
          <ac:chgData name="Sidharth Gb" userId="9eb8319148ee24e5" providerId="LiveId" clId="{100B3C24-6A72-4872-B1A6-D7EAB798B4ED}" dt="2026-08-18T01:40:50.075" v="1015" actId="26606"/>
          <ac:spMkLst>
            <pc:docMk/>
            <pc:sldMk cId="912757628" sldId="258"/>
            <ac:spMk id="12" creationId="{1E199BD9-A6EE-4972-BFB5-2AAE28288C50}"/>
          </ac:spMkLst>
        </pc:spChg>
        <pc:grpChg chg="add">
          <ac:chgData name="Sidharth Gb" userId="9eb8319148ee24e5" providerId="LiveId" clId="{100B3C24-6A72-4872-B1A6-D7EAB798B4ED}" dt="2026-08-18T01:40:50.075" v="1015" actId="26606"/>
          <ac:grpSpMkLst>
            <pc:docMk/>
            <pc:sldMk cId="912757628" sldId="258"/>
            <ac:grpSpMk id="14" creationId="{1148C992-36DE-4449-B92D-49AE04B5DE20}"/>
          </ac:grpSpMkLst>
        </pc:grpChg>
      </pc:sldChg>
      <pc:sldChg chg="modSp new del">
        <pc:chgData name="Sidharth Gb" userId="9eb8319148ee24e5" providerId="LiveId" clId="{100B3C24-6A72-4872-B1A6-D7EAB798B4ED}" dt="2026-08-17T23:06:15.137" v="107" actId="47"/>
        <pc:sldMkLst>
          <pc:docMk/>
          <pc:sldMk cId="2105201419" sldId="258"/>
        </pc:sldMkLst>
        <pc:spChg chg="mod">
          <ac:chgData name="Sidharth Gb" userId="9eb8319148ee24e5" providerId="LiveId" clId="{100B3C24-6A72-4872-B1A6-D7EAB798B4ED}" dt="2026-08-17T23:04:22.179" v="106"/>
          <ac:spMkLst>
            <pc:docMk/>
            <pc:sldMk cId="2105201419" sldId="258"/>
            <ac:spMk id="2" creationId="{F003906D-A136-EE06-F6E8-0CD356A8E225}"/>
          </ac:spMkLst>
        </pc:spChg>
        <pc:spChg chg="mod">
          <ac:chgData name="Sidharth Gb" userId="9eb8319148ee24e5" providerId="LiveId" clId="{100B3C24-6A72-4872-B1A6-D7EAB798B4ED}" dt="2026-08-17T23:04:22.179" v="106"/>
          <ac:spMkLst>
            <pc:docMk/>
            <pc:sldMk cId="2105201419" sldId="258"/>
            <ac:spMk id="3" creationId="{085B38E9-EA91-7945-C359-E2014982D124}"/>
          </ac:spMkLst>
        </pc:spChg>
        <pc:spChg chg="mod">
          <ac:chgData name="Sidharth Gb" userId="9eb8319148ee24e5" providerId="LiveId" clId="{100B3C24-6A72-4872-B1A6-D7EAB798B4ED}" dt="2026-08-17T23:04:22.179" v="106"/>
          <ac:spMkLst>
            <pc:docMk/>
            <pc:sldMk cId="2105201419" sldId="258"/>
            <ac:spMk id="4" creationId="{8037CD86-2F79-467B-4387-FD2F2ADB6B3F}"/>
          </ac:spMkLst>
        </pc:spChg>
      </pc:sldChg>
      <pc:sldChg chg="new del">
        <pc:chgData name="Sidharth Gb" userId="9eb8319148ee24e5" providerId="LiveId" clId="{100B3C24-6A72-4872-B1A6-D7EAB798B4ED}" dt="2026-08-17T23:28:51.460" v="479" actId="680"/>
        <pc:sldMkLst>
          <pc:docMk/>
          <pc:sldMk cId="3026043672" sldId="258"/>
        </pc:sldMkLst>
      </pc:sldChg>
      <pc:sldChg chg="addSp delSp modSp new mod setBg modNotesTx">
        <pc:chgData name="Sidharth Gb" userId="9eb8319148ee24e5" providerId="LiveId" clId="{100B3C24-6A72-4872-B1A6-D7EAB798B4ED}" dt="2026-08-18T01:14:00.772" v="889" actId="2711"/>
        <pc:sldMkLst>
          <pc:docMk/>
          <pc:sldMk cId="3114746226" sldId="259"/>
        </pc:sldMkLst>
        <pc:spChg chg="mod">
          <ac:chgData name="Sidharth Gb" userId="9eb8319148ee24e5" providerId="LiveId" clId="{100B3C24-6A72-4872-B1A6-D7EAB798B4ED}" dt="2026-08-18T00:30:56.633" v="776" actId="26606"/>
          <ac:spMkLst>
            <pc:docMk/>
            <pc:sldMk cId="3114746226" sldId="259"/>
            <ac:spMk id="2" creationId="{3A2F5DA1-9EA3-02D5-6503-15C1AA7D7A3B}"/>
          </ac:spMkLst>
        </pc:spChg>
        <pc:spChg chg="add del mod">
          <ac:chgData name="Sidharth Gb" userId="9eb8319148ee24e5" providerId="LiveId" clId="{100B3C24-6A72-4872-B1A6-D7EAB798B4ED}" dt="2026-08-18T00:30:56.633" v="776" actId="26606"/>
          <ac:spMkLst>
            <pc:docMk/>
            <pc:sldMk cId="3114746226" sldId="259"/>
            <ac:spMk id="3" creationId="{9E81D62E-7621-AB27-0507-E74AFE4CFB14}"/>
          </ac:spMkLst>
        </pc:spChg>
        <pc:spChg chg="add del">
          <ac:chgData name="Sidharth Gb" userId="9eb8319148ee24e5" providerId="LiveId" clId="{100B3C24-6A72-4872-B1A6-D7EAB798B4ED}" dt="2026-08-18T00:30:56.618" v="775" actId="26606"/>
          <ac:spMkLst>
            <pc:docMk/>
            <pc:sldMk cId="3114746226" sldId="259"/>
            <ac:spMk id="8" creationId="{7B22176A-41DB-4D9A-9B6F-F2296F1ED173}"/>
          </ac:spMkLst>
        </pc:spChg>
        <pc:spChg chg="add del">
          <ac:chgData name="Sidharth Gb" userId="9eb8319148ee24e5" providerId="LiveId" clId="{100B3C24-6A72-4872-B1A6-D7EAB798B4ED}" dt="2026-08-18T00:30:37.923" v="771" actId="26606"/>
          <ac:spMkLst>
            <pc:docMk/>
            <pc:sldMk cId="3114746226" sldId="259"/>
            <ac:spMk id="9" creationId="{158E38A4-F699-490C-8D1F-E8AD332D9B45}"/>
          </ac:spMkLst>
        </pc:spChg>
        <pc:spChg chg="add del">
          <ac:chgData name="Sidharth Gb" userId="9eb8319148ee24e5" providerId="LiveId" clId="{100B3C24-6A72-4872-B1A6-D7EAB798B4ED}" dt="2026-08-18T00:30:56.618" v="775" actId="26606"/>
          <ac:spMkLst>
            <pc:docMk/>
            <pc:sldMk cId="3114746226" sldId="259"/>
            <ac:spMk id="10" creationId="{774A8DF5-445E-49C5-B10A-8DF5FEFBCC46}"/>
          </ac:spMkLst>
        </pc:spChg>
        <pc:spChg chg="add del">
          <ac:chgData name="Sidharth Gb" userId="9eb8319148ee24e5" providerId="LiveId" clId="{100B3C24-6A72-4872-B1A6-D7EAB798B4ED}" dt="2026-08-18T00:30:37.923" v="771" actId="26606"/>
          <ac:spMkLst>
            <pc:docMk/>
            <pc:sldMk cId="3114746226" sldId="259"/>
            <ac:spMk id="11" creationId="{939C6AAB-48AC-41A3-95C2-6BF83715DF62}"/>
          </ac:spMkLst>
        </pc:spChg>
        <pc:spChg chg="add del">
          <ac:chgData name="Sidharth Gb" userId="9eb8319148ee24e5" providerId="LiveId" clId="{100B3C24-6A72-4872-B1A6-D7EAB798B4ED}" dt="2026-08-18T00:30:56.618" v="775" actId="26606"/>
          <ac:spMkLst>
            <pc:docMk/>
            <pc:sldMk cId="3114746226" sldId="259"/>
            <ac:spMk id="12" creationId="{9A4E38D9-EFB8-40B5-B42B-514FBF180360}"/>
          </ac:spMkLst>
        </pc:spChg>
        <pc:spChg chg="add del">
          <ac:chgData name="Sidharth Gb" userId="9eb8319148ee24e5" providerId="LiveId" clId="{100B3C24-6A72-4872-B1A6-D7EAB798B4ED}" dt="2026-08-18T00:30:37.923" v="771" actId="26606"/>
          <ac:spMkLst>
            <pc:docMk/>
            <pc:sldMk cId="3114746226" sldId="259"/>
            <ac:spMk id="13" creationId="{F6EE861B-7D2F-4B7C-A6E3-5937E81B8025}"/>
          </ac:spMkLst>
        </pc:spChg>
        <pc:spChg chg="add del">
          <ac:chgData name="Sidharth Gb" userId="9eb8319148ee24e5" providerId="LiveId" clId="{100B3C24-6A72-4872-B1A6-D7EAB798B4ED}" dt="2026-08-18T00:30:39.867" v="773" actId="26606"/>
          <ac:spMkLst>
            <pc:docMk/>
            <pc:sldMk cId="3114746226" sldId="259"/>
            <ac:spMk id="20" creationId="{FAC9656C-AED6-412E-9226-B7F1964005BD}"/>
          </ac:spMkLst>
        </pc:spChg>
        <pc:spChg chg="add del">
          <ac:chgData name="Sidharth Gb" userId="9eb8319148ee24e5" providerId="LiveId" clId="{100B3C24-6A72-4872-B1A6-D7EAB798B4ED}" dt="2026-08-18T00:30:39.867" v="773" actId="26606"/>
          <ac:spMkLst>
            <pc:docMk/>
            <pc:sldMk cId="3114746226" sldId="259"/>
            <ac:spMk id="21" creationId="{F5BC820D-D527-47CE-ABB0-DA0BB5B04330}"/>
          </ac:spMkLst>
        </pc:spChg>
        <pc:spChg chg="add del">
          <ac:chgData name="Sidharth Gb" userId="9eb8319148ee24e5" providerId="LiveId" clId="{100B3C24-6A72-4872-B1A6-D7EAB798B4ED}" dt="2026-08-18T00:30:39.867" v="773" actId="26606"/>
          <ac:spMkLst>
            <pc:docMk/>
            <pc:sldMk cId="3114746226" sldId="259"/>
            <ac:spMk id="22" creationId="{D1DD315B-AEF9-490C-9438-C80F80405798}"/>
          </ac:spMkLst>
        </pc:spChg>
        <pc:spChg chg="add del">
          <ac:chgData name="Sidharth Gb" userId="9eb8319148ee24e5" providerId="LiveId" clId="{100B3C24-6A72-4872-B1A6-D7EAB798B4ED}" dt="2026-08-18T00:30:56.618" v="775" actId="26606"/>
          <ac:spMkLst>
            <pc:docMk/>
            <pc:sldMk cId="3114746226" sldId="259"/>
            <ac:spMk id="25" creationId="{9E81D62E-7621-AB27-0507-E74AFE4CFB14}"/>
          </ac:spMkLst>
        </pc:spChg>
        <pc:spChg chg="add">
          <ac:chgData name="Sidharth Gb" userId="9eb8319148ee24e5" providerId="LiveId" clId="{100B3C24-6A72-4872-B1A6-D7EAB798B4ED}" dt="2026-08-18T00:30:56.633" v="776" actId="26606"/>
          <ac:spMkLst>
            <pc:docMk/>
            <pc:sldMk cId="3114746226" sldId="259"/>
            <ac:spMk id="28" creationId="{D97F34F9-F7CE-4D62-8F8B-2E98B03947EC}"/>
          </ac:spMkLst>
        </pc:spChg>
        <pc:spChg chg="add">
          <ac:chgData name="Sidharth Gb" userId="9eb8319148ee24e5" providerId="LiveId" clId="{100B3C24-6A72-4872-B1A6-D7EAB798B4ED}" dt="2026-08-18T00:30:56.633" v="776" actId="26606"/>
          <ac:spMkLst>
            <pc:docMk/>
            <pc:sldMk cId="3114746226" sldId="259"/>
            <ac:spMk id="29" creationId="{51AEC8AF-1896-43A9-BF10-CE06FD254459}"/>
          </ac:spMkLst>
        </pc:spChg>
        <pc:spChg chg="add">
          <ac:chgData name="Sidharth Gb" userId="9eb8319148ee24e5" providerId="LiveId" clId="{100B3C24-6A72-4872-B1A6-D7EAB798B4ED}" dt="2026-08-18T00:30:56.633" v="776" actId="26606"/>
          <ac:spMkLst>
            <pc:docMk/>
            <pc:sldMk cId="3114746226" sldId="259"/>
            <ac:spMk id="30" creationId="{1E199BD9-A6EE-4972-BFB5-2AAE28288C50}"/>
          </ac:spMkLst>
        </pc:spChg>
        <pc:spChg chg="add mod">
          <ac:chgData name="Sidharth Gb" userId="9eb8319148ee24e5" providerId="LiveId" clId="{100B3C24-6A72-4872-B1A6-D7EAB798B4ED}" dt="2026-08-18T01:14:00.772" v="889" actId="2711"/>
          <ac:spMkLst>
            <pc:docMk/>
            <pc:sldMk cId="3114746226" sldId="259"/>
            <ac:spMk id="31" creationId="{9E81D62E-7621-AB27-0507-E74AFE4CFB14}"/>
          </ac:spMkLst>
        </pc:spChg>
        <pc:grpChg chg="add del">
          <ac:chgData name="Sidharth Gb" userId="9eb8319148ee24e5" providerId="LiveId" clId="{100B3C24-6A72-4872-B1A6-D7EAB798B4ED}" dt="2026-08-18T00:30:56.618" v="775" actId="26606"/>
          <ac:grpSpMkLst>
            <pc:docMk/>
            <pc:sldMk cId="3114746226" sldId="259"/>
            <ac:grpSpMk id="14" creationId="{1148C992-36DE-4449-B92D-49AE04B5DE20}"/>
          </ac:grpSpMkLst>
        </pc:grpChg>
        <pc:grpChg chg="add del">
          <ac:chgData name="Sidharth Gb" userId="9eb8319148ee24e5" providerId="LiveId" clId="{100B3C24-6A72-4872-B1A6-D7EAB798B4ED}" dt="2026-08-18T00:30:37.923" v="771" actId="26606"/>
          <ac:grpSpMkLst>
            <pc:docMk/>
            <pc:sldMk cId="3114746226" sldId="259"/>
            <ac:grpSpMk id="15" creationId="{073091F1-AA5A-47C6-9502-D5870A72D50C}"/>
          </ac:grpSpMkLst>
        </pc:grpChg>
        <pc:grpChg chg="add">
          <ac:chgData name="Sidharth Gb" userId="9eb8319148ee24e5" providerId="LiveId" clId="{100B3C24-6A72-4872-B1A6-D7EAB798B4ED}" dt="2026-08-18T00:30:56.633" v="776" actId="26606"/>
          <ac:grpSpMkLst>
            <pc:docMk/>
            <pc:sldMk cId="3114746226" sldId="259"/>
            <ac:grpSpMk id="32" creationId="{1148C992-36DE-4449-B92D-49AE04B5DE20}"/>
          </ac:grpSpMkLst>
        </pc:grpChg>
        <pc:graphicFrameChg chg="add del">
          <ac:chgData name="Sidharth Gb" userId="9eb8319148ee24e5" providerId="LiveId" clId="{100B3C24-6A72-4872-B1A6-D7EAB798B4ED}" dt="2026-08-18T00:30:39.867" v="773" actId="26606"/>
          <ac:graphicFrameMkLst>
            <pc:docMk/>
            <pc:sldMk cId="3114746226" sldId="259"/>
            <ac:graphicFrameMk id="23" creationId="{1A49AFA3-CBE9-51D8-5D00-C5C77411EC50}"/>
          </ac:graphicFrameMkLst>
        </pc:graphicFrameChg>
        <pc:picChg chg="add del">
          <ac:chgData name="Sidharth Gb" userId="9eb8319148ee24e5" providerId="LiveId" clId="{100B3C24-6A72-4872-B1A6-D7EAB798B4ED}" dt="2026-08-18T00:30:37.923" v="771" actId="26606"/>
          <ac:picMkLst>
            <pc:docMk/>
            <pc:sldMk cId="3114746226" sldId="259"/>
            <ac:picMk id="5" creationId="{C8957095-01FB-470E-5365-8AB36E6E2440}"/>
          </ac:picMkLst>
        </pc:picChg>
      </pc:sldChg>
      <pc:sldChg chg="addSp delSp modSp new mod setBg">
        <pc:chgData name="Sidharth Gb" userId="9eb8319148ee24e5" providerId="LiveId" clId="{100B3C24-6A72-4872-B1A6-D7EAB798B4ED}" dt="2026-08-18T01:13:54.137" v="888" actId="2711"/>
        <pc:sldMkLst>
          <pc:docMk/>
          <pc:sldMk cId="433165680" sldId="260"/>
        </pc:sldMkLst>
        <pc:spChg chg="mod">
          <ac:chgData name="Sidharth Gb" userId="9eb8319148ee24e5" providerId="LiveId" clId="{100B3C24-6A72-4872-B1A6-D7EAB798B4ED}" dt="2026-08-18T00:29:54.918" v="757" actId="26606"/>
          <ac:spMkLst>
            <pc:docMk/>
            <pc:sldMk cId="433165680" sldId="260"/>
            <ac:spMk id="2" creationId="{D3138602-4E50-5129-A2C3-259115D33BB7}"/>
          </ac:spMkLst>
        </pc:spChg>
        <pc:spChg chg="add del mod">
          <ac:chgData name="Sidharth Gb" userId="9eb8319148ee24e5" providerId="LiveId" clId="{100B3C24-6A72-4872-B1A6-D7EAB798B4ED}" dt="2026-08-18T01:13:54.137" v="888" actId="2711"/>
          <ac:spMkLst>
            <pc:docMk/>
            <pc:sldMk cId="433165680" sldId="260"/>
            <ac:spMk id="3" creationId="{BB4A48B5-A24D-9C56-89BC-409868EB9FDB}"/>
          </ac:spMkLst>
        </pc:spChg>
        <pc:spChg chg="add del mod">
          <ac:chgData name="Sidharth Gb" userId="9eb8319148ee24e5" providerId="LiveId" clId="{100B3C24-6A72-4872-B1A6-D7EAB798B4ED}" dt="2026-08-18T00:45:14.181" v="819"/>
          <ac:spMkLst>
            <pc:docMk/>
            <pc:sldMk cId="433165680" sldId="260"/>
            <ac:spMk id="7" creationId="{C0A52AA1-31AF-F00D-3829-923C95FA63DD}"/>
          </ac:spMkLst>
        </pc:spChg>
        <pc:spChg chg="add">
          <ac:chgData name="Sidharth Gb" userId="9eb8319148ee24e5" providerId="LiveId" clId="{100B3C24-6A72-4872-B1A6-D7EAB798B4ED}" dt="2026-08-18T00:29:54.918" v="757" actId="26606"/>
          <ac:spMkLst>
            <pc:docMk/>
            <pc:sldMk cId="433165680" sldId="260"/>
            <ac:spMk id="8" creationId="{D97F34F9-F7CE-4D62-8F8B-2E98B03947EC}"/>
          </ac:spMkLst>
        </pc:spChg>
        <pc:spChg chg="add del">
          <ac:chgData name="Sidharth Gb" userId="9eb8319148ee24e5" providerId="LiveId" clId="{100B3C24-6A72-4872-B1A6-D7EAB798B4ED}" dt="2026-08-18T00:29:54.909" v="756" actId="26606"/>
          <ac:spMkLst>
            <pc:docMk/>
            <pc:sldMk cId="433165680" sldId="260"/>
            <ac:spMk id="9" creationId="{158E38A4-F699-490C-8D1F-E8AD332D9B45}"/>
          </ac:spMkLst>
        </pc:spChg>
        <pc:spChg chg="add">
          <ac:chgData name="Sidharth Gb" userId="9eb8319148ee24e5" providerId="LiveId" clId="{100B3C24-6A72-4872-B1A6-D7EAB798B4ED}" dt="2026-08-18T00:29:54.918" v="757" actId="26606"/>
          <ac:spMkLst>
            <pc:docMk/>
            <pc:sldMk cId="433165680" sldId="260"/>
            <ac:spMk id="10" creationId="{51AEC8AF-1896-43A9-BF10-CE06FD254459}"/>
          </ac:spMkLst>
        </pc:spChg>
        <pc:spChg chg="add del">
          <ac:chgData name="Sidharth Gb" userId="9eb8319148ee24e5" providerId="LiveId" clId="{100B3C24-6A72-4872-B1A6-D7EAB798B4ED}" dt="2026-08-18T00:29:54.909" v="756" actId="26606"/>
          <ac:spMkLst>
            <pc:docMk/>
            <pc:sldMk cId="433165680" sldId="260"/>
            <ac:spMk id="11" creationId="{939C6AAB-48AC-41A3-95C2-6BF83715DF62}"/>
          </ac:spMkLst>
        </pc:spChg>
        <pc:spChg chg="add">
          <ac:chgData name="Sidharth Gb" userId="9eb8319148ee24e5" providerId="LiveId" clId="{100B3C24-6A72-4872-B1A6-D7EAB798B4ED}" dt="2026-08-18T00:29:54.918" v="757" actId="26606"/>
          <ac:spMkLst>
            <pc:docMk/>
            <pc:sldMk cId="433165680" sldId="260"/>
            <ac:spMk id="12" creationId="{1E199BD9-A6EE-4972-BFB5-2AAE28288C50}"/>
          </ac:spMkLst>
        </pc:spChg>
        <pc:spChg chg="add del">
          <ac:chgData name="Sidharth Gb" userId="9eb8319148ee24e5" providerId="LiveId" clId="{100B3C24-6A72-4872-B1A6-D7EAB798B4ED}" dt="2026-08-18T00:29:54.909" v="756" actId="26606"/>
          <ac:spMkLst>
            <pc:docMk/>
            <pc:sldMk cId="433165680" sldId="260"/>
            <ac:spMk id="13" creationId="{F6EE861B-7D2F-4B7C-A6E3-5937E81B8025}"/>
          </ac:spMkLst>
        </pc:spChg>
        <pc:spChg chg="add del mod">
          <ac:chgData name="Sidharth Gb" userId="9eb8319148ee24e5" providerId="LiveId" clId="{100B3C24-6A72-4872-B1A6-D7EAB798B4ED}" dt="2026-08-18T00:45:21.031" v="822"/>
          <ac:spMkLst>
            <pc:docMk/>
            <pc:sldMk cId="433165680" sldId="260"/>
            <ac:spMk id="19" creationId="{025E7381-BC5C-D235-4EBA-D50E0761CE84}"/>
          </ac:spMkLst>
        </pc:spChg>
        <pc:spChg chg="add del mod">
          <ac:chgData name="Sidharth Gb" userId="9eb8319148ee24e5" providerId="LiveId" clId="{100B3C24-6A72-4872-B1A6-D7EAB798B4ED}" dt="2026-08-18T00:45:25.756" v="825"/>
          <ac:spMkLst>
            <pc:docMk/>
            <pc:sldMk cId="433165680" sldId="260"/>
            <ac:spMk id="22" creationId="{1948D4F1-AD39-A2E6-4EFF-3E6E2E16CF57}"/>
          </ac:spMkLst>
        </pc:spChg>
        <pc:grpChg chg="add">
          <ac:chgData name="Sidharth Gb" userId="9eb8319148ee24e5" providerId="LiveId" clId="{100B3C24-6A72-4872-B1A6-D7EAB798B4ED}" dt="2026-08-18T00:29:54.918" v="757" actId="26606"/>
          <ac:grpSpMkLst>
            <pc:docMk/>
            <pc:sldMk cId="433165680" sldId="260"/>
            <ac:grpSpMk id="14" creationId="{1148C992-36DE-4449-B92D-49AE04B5DE20}"/>
          </ac:grpSpMkLst>
        </pc:grpChg>
        <pc:grpChg chg="add del">
          <ac:chgData name="Sidharth Gb" userId="9eb8319148ee24e5" providerId="LiveId" clId="{100B3C24-6A72-4872-B1A6-D7EAB798B4ED}" dt="2026-08-18T00:29:54.909" v="756" actId="26606"/>
          <ac:grpSpMkLst>
            <pc:docMk/>
            <pc:sldMk cId="433165680" sldId="260"/>
            <ac:grpSpMk id="15" creationId="{53745597-CF0F-4C14-83C4-612B382A9091}"/>
          </ac:grpSpMkLst>
        </pc:grpChg>
        <pc:picChg chg="add del mod ord">
          <ac:chgData name="Sidharth Gb" userId="9eb8319148ee24e5" providerId="LiveId" clId="{100B3C24-6A72-4872-B1A6-D7EAB798B4ED}" dt="2026-08-18T00:24:22.855" v="684" actId="931"/>
          <ac:picMkLst>
            <pc:docMk/>
            <pc:sldMk cId="433165680" sldId="260"/>
            <ac:picMk id="5" creationId="{02003B17-E07E-124E-D781-3C64F8B01B53}"/>
          </ac:picMkLst>
        </pc:picChg>
        <pc:picChg chg="add del">
          <ac:chgData name="Sidharth Gb" userId="9eb8319148ee24e5" providerId="LiveId" clId="{100B3C24-6A72-4872-B1A6-D7EAB798B4ED}" dt="2026-08-18T00:29:54.909" v="756" actId="26606"/>
          <ac:picMkLst>
            <pc:docMk/>
            <pc:sldMk cId="433165680" sldId="260"/>
            <ac:picMk id="6" creationId="{E9078B8D-5F52-8DB1-B2EE-457A68F518D1}"/>
          </ac:picMkLst>
        </pc:picChg>
      </pc:sldChg>
      <pc:sldChg chg="addSp delSp modSp new mod">
        <pc:chgData name="Sidharth Gb" userId="9eb8319148ee24e5" providerId="LiveId" clId="{100B3C24-6A72-4872-B1A6-D7EAB798B4ED}" dt="2026-08-18T00:34:58.288" v="781" actId="931"/>
        <pc:sldMkLst>
          <pc:docMk/>
          <pc:sldMk cId="606411986" sldId="261"/>
        </pc:sldMkLst>
        <pc:spChg chg="del">
          <ac:chgData name="Sidharth Gb" userId="9eb8319148ee24e5" providerId="LiveId" clId="{100B3C24-6A72-4872-B1A6-D7EAB798B4ED}" dt="2026-08-18T00:34:42.107" v="778" actId="478"/>
          <ac:spMkLst>
            <pc:docMk/>
            <pc:sldMk cId="606411986" sldId="261"/>
            <ac:spMk id="2" creationId="{0BD353E4-C9B9-FD5C-C81D-3E5A5F9F6BCF}"/>
          </ac:spMkLst>
        </pc:spChg>
        <pc:spChg chg="del mod">
          <ac:chgData name="Sidharth Gb" userId="9eb8319148ee24e5" providerId="LiveId" clId="{100B3C24-6A72-4872-B1A6-D7EAB798B4ED}" dt="2026-08-18T00:34:58.288" v="781" actId="931"/>
          <ac:spMkLst>
            <pc:docMk/>
            <pc:sldMk cId="606411986" sldId="261"/>
            <ac:spMk id="3" creationId="{FA679D85-F273-0789-DAC5-A34A9667E45B}"/>
          </ac:spMkLst>
        </pc:spChg>
        <pc:picChg chg="add mod ord">
          <ac:chgData name="Sidharth Gb" userId="9eb8319148ee24e5" providerId="LiveId" clId="{100B3C24-6A72-4872-B1A6-D7EAB798B4ED}" dt="2026-08-18T00:34:58.288" v="781" actId="931"/>
          <ac:picMkLst>
            <pc:docMk/>
            <pc:sldMk cId="606411986" sldId="261"/>
            <ac:picMk id="5" creationId="{657AE830-9FCF-D54E-7571-9491F358D3E8}"/>
          </ac:picMkLst>
        </pc:picChg>
      </pc:sldChg>
      <pc:sldChg chg="addSp delSp modSp new mod setBg">
        <pc:chgData name="Sidharth Gb" userId="9eb8319148ee24e5" providerId="LiveId" clId="{100B3C24-6A72-4872-B1A6-D7EAB798B4ED}" dt="2026-08-18T01:13:44.415" v="887" actId="2711"/>
        <pc:sldMkLst>
          <pc:docMk/>
          <pc:sldMk cId="1321069174" sldId="262"/>
        </pc:sldMkLst>
        <pc:spChg chg="mod">
          <ac:chgData name="Sidharth Gb" userId="9eb8319148ee24e5" providerId="LiveId" clId="{100B3C24-6A72-4872-B1A6-D7EAB798B4ED}" dt="2026-08-18T00:41:43.483" v="808" actId="26606"/>
          <ac:spMkLst>
            <pc:docMk/>
            <pc:sldMk cId="1321069174" sldId="262"/>
            <ac:spMk id="2" creationId="{AC148189-7C0F-BA40-9D04-326152B37A46}"/>
          </ac:spMkLst>
        </pc:spChg>
        <pc:spChg chg="add del mod">
          <ac:chgData name="Sidharth Gb" userId="9eb8319148ee24e5" providerId="LiveId" clId="{100B3C24-6A72-4872-B1A6-D7EAB798B4ED}" dt="2026-08-18T00:41:43.483" v="808" actId="26606"/>
          <ac:spMkLst>
            <pc:docMk/>
            <pc:sldMk cId="1321069174" sldId="262"/>
            <ac:spMk id="3" creationId="{53B78CF2-4FE6-7F40-CB1B-EB6F77808B08}"/>
          </ac:spMkLst>
        </pc:spChg>
        <pc:spChg chg="add del">
          <ac:chgData name="Sidharth Gb" userId="9eb8319148ee24e5" providerId="LiveId" clId="{100B3C24-6A72-4872-B1A6-D7EAB798B4ED}" dt="2026-08-18T00:41:31" v="805" actId="26606"/>
          <ac:spMkLst>
            <pc:docMk/>
            <pc:sldMk cId="1321069174" sldId="262"/>
            <ac:spMk id="9" creationId="{FAC9656C-AED6-412E-9226-B7F1964005BD}"/>
          </ac:spMkLst>
        </pc:spChg>
        <pc:spChg chg="add del">
          <ac:chgData name="Sidharth Gb" userId="9eb8319148ee24e5" providerId="LiveId" clId="{100B3C24-6A72-4872-B1A6-D7EAB798B4ED}" dt="2026-08-18T00:41:31" v="805" actId="26606"/>
          <ac:spMkLst>
            <pc:docMk/>
            <pc:sldMk cId="1321069174" sldId="262"/>
            <ac:spMk id="11" creationId="{F5BC820D-D527-47CE-ABB0-DA0BB5B04330}"/>
          </ac:spMkLst>
        </pc:spChg>
        <pc:spChg chg="add del">
          <ac:chgData name="Sidharth Gb" userId="9eb8319148ee24e5" providerId="LiveId" clId="{100B3C24-6A72-4872-B1A6-D7EAB798B4ED}" dt="2026-08-18T00:41:31" v="805" actId="26606"/>
          <ac:spMkLst>
            <pc:docMk/>
            <pc:sldMk cId="1321069174" sldId="262"/>
            <ac:spMk id="13" creationId="{D1DD315B-AEF9-490C-9438-C80F80405798}"/>
          </ac:spMkLst>
        </pc:spChg>
        <pc:spChg chg="add">
          <ac:chgData name="Sidharth Gb" userId="9eb8319148ee24e5" providerId="LiveId" clId="{100B3C24-6A72-4872-B1A6-D7EAB798B4ED}" dt="2026-08-18T00:41:43.483" v="808" actId="26606"/>
          <ac:spMkLst>
            <pc:docMk/>
            <pc:sldMk cId="1321069174" sldId="262"/>
            <ac:spMk id="17" creationId="{FAC9656C-AED6-412E-9226-B7F1964005BD}"/>
          </ac:spMkLst>
        </pc:spChg>
        <pc:spChg chg="add">
          <ac:chgData name="Sidharth Gb" userId="9eb8319148ee24e5" providerId="LiveId" clId="{100B3C24-6A72-4872-B1A6-D7EAB798B4ED}" dt="2026-08-18T00:41:43.483" v="808" actId="26606"/>
          <ac:spMkLst>
            <pc:docMk/>
            <pc:sldMk cId="1321069174" sldId="262"/>
            <ac:spMk id="18" creationId="{F5BC820D-D527-47CE-ABB0-DA0BB5B04330}"/>
          </ac:spMkLst>
        </pc:spChg>
        <pc:spChg chg="add">
          <ac:chgData name="Sidharth Gb" userId="9eb8319148ee24e5" providerId="LiveId" clId="{100B3C24-6A72-4872-B1A6-D7EAB798B4ED}" dt="2026-08-18T00:41:43.483" v="808" actId="26606"/>
          <ac:spMkLst>
            <pc:docMk/>
            <pc:sldMk cId="1321069174" sldId="262"/>
            <ac:spMk id="19" creationId="{D1DD315B-AEF9-490C-9438-C80F80405798}"/>
          </ac:spMkLst>
        </pc:spChg>
        <pc:graphicFrameChg chg="add del">
          <ac:chgData name="Sidharth Gb" userId="9eb8319148ee24e5" providerId="LiveId" clId="{100B3C24-6A72-4872-B1A6-D7EAB798B4ED}" dt="2026-08-18T00:41:31" v="805" actId="26606"/>
          <ac:graphicFrameMkLst>
            <pc:docMk/>
            <pc:sldMk cId="1321069174" sldId="262"/>
            <ac:graphicFrameMk id="5" creationId="{2E04CFEE-7138-60C8-211A-A6599EA7F66F}"/>
          </ac:graphicFrameMkLst>
        </pc:graphicFrameChg>
        <pc:graphicFrameChg chg="add del">
          <ac:chgData name="Sidharth Gb" userId="9eb8319148ee24e5" providerId="LiveId" clId="{100B3C24-6A72-4872-B1A6-D7EAB798B4ED}" dt="2026-08-18T00:41:43.458" v="807" actId="26606"/>
          <ac:graphicFrameMkLst>
            <pc:docMk/>
            <pc:sldMk cId="1321069174" sldId="262"/>
            <ac:graphicFrameMk id="15" creationId="{49D54029-4BA6-F6DF-6B51-6C5BFE3A2FD6}"/>
          </ac:graphicFrameMkLst>
        </pc:graphicFrameChg>
        <pc:graphicFrameChg chg="add mod modGraphic">
          <ac:chgData name="Sidharth Gb" userId="9eb8319148ee24e5" providerId="LiveId" clId="{100B3C24-6A72-4872-B1A6-D7EAB798B4ED}" dt="2026-08-18T01:13:44.415" v="887" actId="2711"/>
          <ac:graphicFrameMkLst>
            <pc:docMk/>
            <pc:sldMk cId="1321069174" sldId="262"/>
            <ac:graphicFrameMk id="20" creationId="{2E04CFEE-7138-60C8-211A-A6599EA7F66F}"/>
          </ac:graphicFrameMkLst>
        </pc:graphicFrameChg>
      </pc:sldChg>
      <pc:sldChg chg="addSp delSp modSp new mod">
        <pc:chgData name="Sidharth Gb" userId="9eb8319148ee24e5" providerId="LiveId" clId="{100B3C24-6A72-4872-B1A6-D7EAB798B4ED}" dt="2026-08-18T00:46:19.145" v="832" actId="1076"/>
        <pc:sldMkLst>
          <pc:docMk/>
          <pc:sldMk cId="4066271709" sldId="263"/>
        </pc:sldMkLst>
        <pc:spChg chg="del">
          <ac:chgData name="Sidharth Gb" userId="9eb8319148ee24e5" providerId="LiveId" clId="{100B3C24-6A72-4872-B1A6-D7EAB798B4ED}" dt="2026-08-18T00:45:45.187" v="827" actId="478"/>
          <ac:spMkLst>
            <pc:docMk/>
            <pc:sldMk cId="4066271709" sldId="263"/>
            <ac:spMk id="2" creationId="{A01316F5-41B6-725B-827E-E44B8CD715B3}"/>
          </ac:spMkLst>
        </pc:spChg>
        <pc:spChg chg="del mod">
          <ac:chgData name="Sidharth Gb" userId="9eb8319148ee24e5" providerId="LiveId" clId="{100B3C24-6A72-4872-B1A6-D7EAB798B4ED}" dt="2026-08-18T00:46:04.395" v="829" actId="931"/>
          <ac:spMkLst>
            <pc:docMk/>
            <pc:sldMk cId="4066271709" sldId="263"/>
            <ac:spMk id="3" creationId="{0B52F764-76BF-3865-DF2E-C647180AFAA2}"/>
          </ac:spMkLst>
        </pc:spChg>
        <pc:picChg chg="add mod ord">
          <ac:chgData name="Sidharth Gb" userId="9eb8319148ee24e5" providerId="LiveId" clId="{100B3C24-6A72-4872-B1A6-D7EAB798B4ED}" dt="2026-08-18T00:46:19.145" v="832" actId="1076"/>
          <ac:picMkLst>
            <pc:docMk/>
            <pc:sldMk cId="4066271709" sldId="263"/>
            <ac:picMk id="5" creationId="{45E7C1DE-11EF-DB2B-0B20-BA8FEC13AABE}"/>
          </ac:picMkLst>
        </pc:picChg>
      </pc:sldChg>
      <pc:sldChg chg="addSp delSp modSp new mod setBg">
        <pc:chgData name="Sidharth Gb" userId="9eb8319148ee24e5" providerId="LiveId" clId="{100B3C24-6A72-4872-B1A6-D7EAB798B4ED}" dt="2026-08-18T01:13:32.116" v="886" actId="2711"/>
        <pc:sldMkLst>
          <pc:docMk/>
          <pc:sldMk cId="2104551477" sldId="264"/>
        </pc:sldMkLst>
        <pc:spChg chg="mod">
          <ac:chgData name="Sidharth Gb" userId="9eb8319148ee24e5" providerId="LiveId" clId="{100B3C24-6A72-4872-B1A6-D7EAB798B4ED}" dt="2026-08-18T00:49:42.669" v="850" actId="26606"/>
          <ac:spMkLst>
            <pc:docMk/>
            <pc:sldMk cId="2104551477" sldId="264"/>
            <ac:spMk id="2" creationId="{5170DED5-6066-F97D-474E-8CADDBD602D2}"/>
          </ac:spMkLst>
        </pc:spChg>
        <pc:spChg chg="del mod">
          <ac:chgData name="Sidharth Gb" userId="9eb8319148ee24e5" providerId="LiveId" clId="{100B3C24-6A72-4872-B1A6-D7EAB798B4ED}" dt="2026-08-18T00:49:42.669" v="850" actId="26606"/>
          <ac:spMkLst>
            <pc:docMk/>
            <pc:sldMk cId="2104551477" sldId="264"/>
            <ac:spMk id="3" creationId="{10FDD59E-5F9D-9242-F6D1-A7F94F1136BB}"/>
          </ac:spMkLst>
        </pc:spChg>
        <pc:spChg chg="add">
          <ac:chgData name="Sidharth Gb" userId="9eb8319148ee24e5" providerId="LiveId" clId="{100B3C24-6A72-4872-B1A6-D7EAB798B4ED}" dt="2026-08-18T00:49:42.669" v="850" actId="26606"/>
          <ac:spMkLst>
            <pc:docMk/>
            <pc:sldMk cId="2104551477" sldId="264"/>
            <ac:spMk id="9" creationId="{FAC9656C-AED6-412E-9226-B7F1964005BD}"/>
          </ac:spMkLst>
        </pc:spChg>
        <pc:spChg chg="add">
          <ac:chgData name="Sidharth Gb" userId="9eb8319148ee24e5" providerId="LiveId" clId="{100B3C24-6A72-4872-B1A6-D7EAB798B4ED}" dt="2026-08-18T00:49:42.669" v="850" actId="26606"/>
          <ac:spMkLst>
            <pc:docMk/>
            <pc:sldMk cId="2104551477" sldId="264"/>
            <ac:spMk id="11" creationId="{F5BC820D-D527-47CE-ABB0-DA0BB5B04330}"/>
          </ac:spMkLst>
        </pc:spChg>
        <pc:spChg chg="add">
          <ac:chgData name="Sidharth Gb" userId="9eb8319148ee24e5" providerId="LiveId" clId="{100B3C24-6A72-4872-B1A6-D7EAB798B4ED}" dt="2026-08-18T00:49:42.669" v="850" actId="26606"/>
          <ac:spMkLst>
            <pc:docMk/>
            <pc:sldMk cId="2104551477" sldId="264"/>
            <ac:spMk id="13" creationId="{D1DD315B-AEF9-490C-9438-C80F80405798}"/>
          </ac:spMkLst>
        </pc:spChg>
        <pc:graphicFrameChg chg="add mod">
          <ac:chgData name="Sidharth Gb" userId="9eb8319148ee24e5" providerId="LiveId" clId="{100B3C24-6A72-4872-B1A6-D7EAB798B4ED}" dt="2026-08-18T01:13:32.116" v="886" actId="2711"/>
          <ac:graphicFrameMkLst>
            <pc:docMk/>
            <pc:sldMk cId="2104551477" sldId="264"/>
            <ac:graphicFrameMk id="5" creationId="{DAC228C0-E746-4734-F9AB-0FD34A348F5C}"/>
          </ac:graphicFrameMkLst>
        </pc:graphicFrameChg>
      </pc:sldChg>
      <pc:sldChg chg="addSp delSp modSp new mod modAnim">
        <pc:chgData name="Sidharth Gb" userId="9eb8319148ee24e5" providerId="LiveId" clId="{100B3C24-6A72-4872-B1A6-D7EAB798B4ED}" dt="2026-08-18T03:04:32.878" v="1069" actId="1076"/>
        <pc:sldMkLst>
          <pc:docMk/>
          <pc:sldMk cId="1928484410" sldId="265"/>
        </pc:sldMkLst>
        <pc:spChg chg="del">
          <ac:chgData name="Sidharth Gb" userId="9eb8319148ee24e5" providerId="LiveId" clId="{100B3C24-6A72-4872-B1A6-D7EAB798B4ED}" dt="2026-08-18T00:50:12.931" v="852" actId="478"/>
          <ac:spMkLst>
            <pc:docMk/>
            <pc:sldMk cId="1928484410" sldId="265"/>
            <ac:spMk id="2" creationId="{8A513F90-993E-F70E-9F56-536B4A63B86C}"/>
          </ac:spMkLst>
        </pc:spChg>
        <pc:spChg chg="del mod">
          <ac:chgData name="Sidharth Gb" userId="9eb8319148ee24e5" providerId="LiveId" clId="{100B3C24-6A72-4872-B1A6-D7EAB798B4ED}" dt="2026-08-18T03:04:16.666" v="1065"/>
          <ac:spMkLst>
            <pc:docMk/>
            <pc:sldMk cId="1928484410" sldId="265"/>
            <ac:spMk id="3" creationId="{F6CEE892-EC50-5EFC-0CAE-2E815C0DF392}"/>
          </ac:spMkLst>
        </pc:spChg>
        <pc:picChg chg="add mod">
          <ac:chgData name="Sidharth Gb" userId="9eb8319148ee24e5" providerId="LiveId" clId="{100B3C24-6A72-4872-B1A6-D7EAB798B4ED}" dt="2026-08-18T03:04:32.878" v="1069" actId="1076"/>
          <ac:picMkLst>
            <pc:docMk/>
            <pc:sldMk cId="1928484410" sldId="265"/>
            <ac:picMk id="2" creationId="{90D0B354-353E-7AF2-5077-8037213AC715}"/>
          </ac:picMkLst>
        </pc:picChg>
      </pc:sldChg>
      <pc:sldChg chg="addSp delSp modSp new mod">
        <pc:chgData name="Sidharth Gb" userId="9eb8319148ee24e5" providerId="LiveId" clId="{100B3C24-6A72-4872-B1A6-D7EAB798B4ED}" dt="2026-08-18T01:18:29.449" v="899" actId="14734"/>
        <pc:sldMkLst>
          <pc:docMk/>
          <pc:sldMk cId="1224618033" sldId="266"/>
        </pc:sldMkLst>
        <pc:spChg chg="mod">
          <ac:chgData name="Sidharth Gb" userId="9eb8319148ee24e5" providerId="LiveId" clId="{100B3C24-6A72-4872-B1A6-D7EAB798B4ED}" dt="2026-08-18T00:55:27.857" v="875" actId="20577"/>
          <ac:spMkLst>
            <pc:docMk/>
            <pc:sldMk cId="1224618033" sldId="266"/>
            <ac:spMk id="2" creationId="{02DBFE77-EA6C-1DAF-CD32-E23186039E6E}"/>
          </ac:spMkLst>
        </pc:spChg>
        <pc:spChg chg="del">
          <ac:chgData name="Sidharth Gb" userId="9eb8319148ee24e5" providerId="LiveId" clId="{100B3C24-6A72-4872-B1A6-D7EAB798B4ED}" dt="2026-08-18T00:56:21.126" v="876" actId="3680"/>
          <ac:spMkLst>
            <pc:docMk/>
            <pc:sldMk cId="1224618033" sldId="266"/>
            <ac:spMk id="3" creationId="{E420A1C6-E247-D050-30AF-A1FBCDD96DB8}"/>
          </ac:spMkLst>
        </pc:spChg>
        <pc:graphicFrameChg chg="add mod ord modGraphic">
          <ac:chgData name="Sidharth Gb" userId="9eb8319148ee24e5" providerId="LiveId" clId="{100B3C24-6A72-4872-B1A6-D7EAB798B4ED}" dt="2026-08-18T01:18:29.449" v="899" actId="14734"/>
          <ac:graphicFrameMkLst>
            <pc:docMk/>
            <pc:sldMk cId="1224618033" sldId="266"/>
            <ac:graphicFrameMk id="4" creationId="{1AD50E47-FB07-59A7-9425-49AEC17A399E}"/>
          </ac:graphicFrameMkLst>
        </pc:graphicFrameChg>
      </pc:sldChg>
      <pc:sldChg chg="addSp delSp modSp new mod">
        <pc:chgData name="Sidharth Gb" userId="9eb8319148ee24e5" providerId="LiveId" clId="{100B3C24-6A72-4872-B1A6-D7EAB798B4ED}" dt="2026-08-18T01:26:07.770" v="937" actId="1076"/>
        <pc:sldMkLst>
          <pc:docMk/>
          <pc:sldMk cId="2723687454" sldId="267"/>
        </pc:sldMkLst>
        <pc:spChg chg="del">
          <ac:chgData name="Sidharth Gb" userId="9eb8319148ee24e5" providerId="LiveId" clId="{100B3C24-6A72-4872-B1A6-D7EAB798B4ED}" dt="2026-08-18T01:14:32.636" v="892" actId="478"/>
          <ac:spMkLst>
            <pc:docMk/>
            <pc:sldMk cId="2723687454" sldId="267"/>
            <ac:spMk id="2" creationId="{7D61ED6D-4E0A-CBC4-39F2-A844EE1729E8}"/>
          </ac:spMkLst>
        </pc:spChg>
        <pc:spChg chg="del mod">
          <ac:chgData name="Sidharth Gb" userId="9eb8319148ee24e5" providerId="LiveId" clId="{100B3C24-6A72-4872-B1A6-D7EAB798B4ED}" dt="2026-08-18T01:15:46.970" v="894" actId="931"/>
          <ac:spMkLst>
            <pc:docMk/>
            <pc:sldMk cId="2723687454" sldId="267"/>
            <ac:spMk id="3" creationId="{C5F65081-9B4C-189D-32E1-3D352AF72842}"/>
          </ac:spMkLst>
        </pc:spChg>
        <pc:picChg chg="add mod ord">
          <ac:chgData name="Sidharth Gb" userId="9eb8319148ee24e5" providerId="LiveId" clId="{100B3C24-6A72-4872-B1A6-D7EAB798B4ED}" dt="2026-08-18T01:25:42.937" v="933" actId="1076"/>
          <ac:picMkLst>
            <pc:docMk/>
            <pc:sldMk cId="2723687454" sldId="267"/>
            <ac:picMk id="5" creationId="{969078D9-8B03-089B-F40D-A4C507C2AAB1}"/>
          </ac:picMkLst>
        </pc:picChg>
        <pc:picChg chg="add mod">
          <ac:chgData name="Sidharth Gb" userId="9eb8319148ee24e5" providerId="LiveId" clId="{100B3C24-6A72-4872-B1A6-D7EAB798B4ED}" dt="2026-08-18T01:26:07.770" v="937" actId="1076"/>
          <ac:picMkLst>
            <pc:docMk/>
            <pc:sldMk cId="2723687454" sldId="267"/>
            <ac:picMk id="7" creationId="{D1D75F97-81F0-0F91-86FA-15303C5F8B93}"/>
          </ac:picMkLst>
        </pc:picChg>
        <pc:picChg chg="add mod">
          <ac:chgData name="Sidharth Gb" userId="9eb8319148ee24e5" providerId="LiveId" clId="{100B3C24-6A72-4872-B1A6-D7EAB798B4ED}" dt="2026-08-18T01:26:02.690" v="936" actId="1076"/>
          <ac:picMkLst>
            <pc:docMk/>
            <pc:sldMk cId="2723687454" sldId="267"/>
            <ac:picMk id="9" creationId="{39F455F6-F485-D139-7A6B-55915732E340}"/>
          </ac:picMkLst>
        </pc:picChg>
        <pc:picChg chg="add mod">
          <ac:chgData name="Sidharth Gb" userId="9eb8319148ee24e5" providerId="LiveId" clId="{100B3C24-6A72-4872-B1A6-D7EAB798B4ED}" dt="2026-08-18T01:25:40.340" v="932" actId="1076"/>
          <ac:picMkLst>
            <pc:docMk/>
            <pc:sldMk cId="2723687454" sldId="267"/>
            <ac:picMk id="11" creationId="{57C936E8-4FE2-1867-65E0-B2E9AFCC1622}"/>
          </ac:picMkLst>
        </pc:picChg>
      </pc:sldChg>
      <pc:sldChg chg="addSp modSp new mod setBg">
        <pc:chgData name="Sidharth Gb" userId="9eb8319148ee24e5" providerId="LiveId" clId="{100B3C24-6A72-4872-B1A6-D7EAB798B4ED}" dt="2026-08-18T01:34:36.933" v="959" actId="26606"/>
        <pc:sldMkLst>
          <pc:docMk/>
          <pc:sldMk cId="667236433" sldId="268"/>
        </pc:sldMkLst>
        <pc:spChg chg="mod">
          <ac:chgData name="Sidharth Gb" userId="9eb8319148ee24e5" providerId="LiveId" clId="{100B3C24-6A72-4872-B1A6-D7EAB798B4ED}" dt="2026-08-18T01:34:36.933" v="959" actId="26606"/>
          <ac:spMkLst>
            <pc:docMk/>
            <pc:sldMk cId="667236433" sldId="268"/>
            <ac:spMk id="2" creationId="{B91EF52E-9C15-78E5-DDD5-D0C2E5CA4B5C}"/>
          </ac:spMkLst>
        </pc:spChg>
        <pc:spChg chg="mod">
          <ac:chgData name="Sidharth Gb" userId="9eb8319148ee24e5" providerId="LiveId" clId="{100B3C24-6A72-4872-B1A6-D7EAB798B4ED}" dt="2026-08-18T01:34:36.933" v="959" actId="26606"/>
          <ac:spMkLst>
            <pc:docMk/>
            <pc:sldMk cId="667236433" sldId="268"/>
            <ac:spMk id="3" creationId="{04C4AF65-0E41-CD2E-C05D-F35E539B5237}"/>
          </ac:spMkLst>
        </pc:spChg>
        <pc:spChg chg="add">
          <ac:chgData name="Sidharth Gb" userId="9eb8319148ee24e5" providerId="LiveId" clId="{100B3C24-6A72-4872-B1A6-D7EAB798B4ED}" dt="2026-08-18T01:34:36.933" v="959" actId="26606"/>
          <ac:spMkLst>
            <pc:docMk/>
            <pc:sldMk cId="667236433" sldId="268"/>
            <ac:spMk id="8" creationId="{D97F34F9-F7CE-4D62-8F8B-2E98B03947EC}"/>
          </ac:spMkLst>
        </pc:spChg>
        <pc:spChg chg="add">
          <ac:chgData name="Sidharth Gb" userId="9eb8319148ee24e5" providerId="LiveId" clId="{100B3C24-6A72-4872-B1A6-D7EAB798B4ED}" dt="2026-08-18T01:34:36.933" v="959" actId="26606"/>
          <ac:spMkLst>
            <pc:docMk/>
            <pc:sldMk cId="667236433" sldId="268"/>
            <ac:spMk id="10" creationId="{51AEC8AF-1896-43A9-BF10-CE06FD254459}"/>
          </ac:spMkLst>
        </pc:spChg>
        <pc:spChg chg="add">
          <ac:chgData name="Sidharth Gb" userId="9eb8319148ee24e5" providerId="LiveId" clId="{100B3C24-6A72-4872-B1A6-D7EAB798B4ED}" dt="2026-08-18T01:34:36.933" v="959" actId="26606"/>
          <ac:spMkLst>
            <pc:docMk/>
            <pc:sldMk cId="667236433" sldId="268"/>
            <ac:spMk id="12" creationId="{1E199BD9-A6EE-4972-BFB5-2AAE28288C50}"/>
          </ac:spMkLst>
        </pc:spChg>
        <pc:grpChg chg="add">
          <ac:chgData name="Sidharth Gb" userId="9eb8319148ee24e5" providerId="LiveId" clId="{100B3C24-6A72-4872-B1A6-D7EAB798B4ED}" dt="2026-08-18T01:34:36.933" v="959" actId="26606"/>
          <ac:grpSpMkLst>
            <pc:docMk/>
            <pc:sldMk cId="667236433" sldId="268"/>
            <ac:grpSpMk id="14" creationId="{1148C992-36DE-4449-B92D-49AE04B5DE20}"/>
          </ac:grpSpMkLst>
        </pc:grpChg>
      </pc:sldChg>
      <pc:sldChg chg="addSp delSp modSp new mod setBg">
        <pc:chgData name="Sidharth Gb" userId="9eb8319148ee24e5" providerId="LiveId" clId="{100B3C24-6A72-4872-B1A6-D7EAB798B4ED}" dt="2026-08-18T01:40:03.436" v="1014" actId="26606"/>
        <pc:sldMkLst>
          <pc:docMk/>
          <pc:sldMk cId="2934273308" sldId="269"/>
        </pc:sldMkLst>
        <pc:spChg chg="mod">
          <ac:chgData name="Sidharth Gb" userId="9eb8319148ee24e5" providerId="LiveId" clId="{100B3C24-6A72-4872-B1A6-D7EAB798B4ED}" dt="2026-08-18T01:40:03.436" v="1014" actId="26606"/>
          <ac:spMkLst>
            <pc:docMk/>
            <pc:sldMk cId="2934273308" sldId="269"/>
            <ac:spMk id="2" creationId="{2FE1B8A8-FCBD-40FC-8716-B16D0DAF181F}"/>
          </ac:spMkLst>
        </pc:spChg>
        <pc:spChg chg="mod">
          <ac:chgData name="Sidharth Gb" userId="9eb8319148ee24e5" providerId="LiveId" clId="{100B3C24-6A72-4872-B1A6-D7EAB798B4ED}" dt="2026-08-18T01:40:03.436" v="1014" actId="26606"/>
          <ac:spMkLst>
            <pc:docMk/>
            <pc:sldMk cId="2934273308" sldId="269"/>
            <ac:spMk id="3" creationId="{F915A4E5-EBB6-0E38-70A5-4CCD8E488835}"/>
          </ac:spMkLst>
        </pc:spChg>
        <pc:spChg chg="add del">
          <ac:chgData name="Sidharth Gb" userId="9eb8319148ee24e5" providerId="LiveId" clId="{100B3C24-6A72-4872-B1A6-D7EAB798B4ED}" dt="2026-08-18T01:40:03.424" v="1013" actId="26606"/>
          <ac:spMkLst>
            <pc:docMk/>
            <pc:sldMk cId="2934273308" sldId="269"/>
            <ac:spMk id="8" creationId="{D97F34F9-F7CE-4D62-8F8B-2E98B03947EC}"/>
          </ac:spMkLst>
        </pc:spChg>
        <pc:spChg chg="add del">
          <ac:chgData name="Sidharth Gb" userId="9eb8319148ee24e5" providerId="LiveId" clId="{100B3C24-6A72-4872-B1A6-D7EAB798B4ED}" dt="2026-08-18T01:40:03.424" v="1013" actId="26606"/>
          <ac:spMkLst>
            <pc:docMk/>
            <pc:sldMk cId="2934273308" sldId="269"/>
            <ac:spMk id="10" creationId="{51AEC8AF-1896-43A9-BF10-CE06FD254459}"/>
          </ac:spMkLst>
        </pc:spChg>
        <pc:spChg chg="add del">
          <ac:chgData name="Sidharth Gb" userId="9eb8319148ee24e5" providerId="LiveId" clId="{100B3C24-6A72-4872-B1A6-D7EAB798B4ED}" dt="2026-08-18T01:40:03.424" v="1013" actId="26606"/>
          <ac:spMkLst>
            <pc:docMk/>
            <pc:sldMk cId="2934273308" sldId="269"/>
            <ac:spMk id="12" creationId="{1E199BD9-A6EE-4972-BFB5-2AAE28288C50}"/>
          </ac:spMkLst>
        </pc:spChg>
        <pc:spChg chg="add">
          <ac:chgData name="Sidharth Gb" userId="9eb8319148ee24e5" providerId="LiveId" clId="{100B3C24-6A72-4872-B1A6-D7EAB798B4ED}" dt="2026-08-18T01:40:03.436" v="1014" actId="26606"/>
          <ac:spMkLst>
            <pc:docMk/>
            <pc:sldMk cId="2934273308" sldId="269"/>
            <ac:spMk id="19" creationId="{7B4854C3-58CC-4A2C-B4CA-926819F0C2A6}"/>
          </ac:spMkLst>
        </pc:spChg>
        <pc:spChg chg="add">
          <ac:chgData name="Sidharth Gb" userId="9eb8319148ee24e5" providerId="LiveId" clId="{100B3C24-6A72-4872-B1A6-D7EAB798B4ED}" dt="2026-08-18T01:40:03.436" v="1014" actId="26606"/>
          <ac:spMkLst>
            <pc:docMk/>
            <pc:sldMk cId="2934273308" sldId="269"/>
            <ac:spMk id="20" creationId="{7B6FD5C0-E257-4B9E-9413-27A374F07FF9}"/>
          </ac:spMkLst>
        </pc:spChg>
        <pc:spChg chg="add">
          <ac:chgData name="Sidharth Gb" userId="9eb8319148ee24e5" providerId="LiveId" clId="{100B3C24-6A72-4872-B1A6-D7EAB798B4ED}" dt="2026-08-18T01:40:03.436" v="1014" actId="26606"/>
          <ac:spMkLst>
            <pc:docMk/>
            <pc:sldMk cId="2934273308" sldId="269"/>
            <ac:spMk id="21" creationId="{FA7B9933-15AE-4ACB-B091-21C9F385332A}"/>
          </ac:spMkLst>
        </pc:spChg>
        <pc:grpChg chg="add del">
          <ac:chgData name="Sidharth Gb" userId="9eb8319148ee24e5" providerId="LiveId" clId="{100B3C24-6A72-4872-B1A6-D7EAB798B4ED}" dt="2026-08-18T01:40:03.424" v="1013" actId="26606"/>
          <ac:grpSpMkLst>
            <pc:docMk/>
            <pc:sldMk cId="2934273308" sldId="269"/>
            <ac:grpSpMk id="14" creationId="{1148C992-36DE-4449-B92D-49AE04B5DE20}"/>
          </ac:grpSpMkLst>
        </pc:grpChg>
        <pc:grpChg chg="add">
          <ac:chgData name="Sidharth Gb" userId="9eb8319148ee24e5" providerId="LiveId" clId="{100B3C24-6A72-4872-B1A6-D7EAB798B4ED}" dt="2026-08-18T01:40:03.436" v="1014" actId="26606"/>
          <ac:grpSpMkLst>
            <pc:docMk/>
            <pc:sldMk cId="2934273308" sldId="269"/>
            <ac:grpSpMk id="22" creationId="{DE57BB50-0A5D-4AD7-87AB-5904B788BC54}"/>
          </ac:grpSpMkLst>
        </pc:grpChg>
      </pc:sldChg>
      <pc:sldChg chg="addSp modSp new mod setBg">
        <pc:chgData name="Sidharth Gb" userId="9eb8319148ee24e5" providerId="LiveId" clId="{100B3C24-6A72-4872-B1A6-D7EAB798B4ED}" dt="2026-08-18T01:44:57.905" v="1021" actId="26606"/>
        <pc:sldMkLst>
          <pc:docMk/>
          <pc:sldMk cId="4070736993" sldId="270"/>
        </pc:sldMkLst>
        <pc:spChg chg="mod">
          <ac:chgData name="Sidharth Gb" userId="9eb8319148ee24e5" providerId="LiveId" clId="{100B3C24-6A72-4872-B1A6-D7EAB798B4ED}" dt="2026-08-18T01:44:57.905" v="1021" actId="26606"/>
          <ac:spMkLst>
            <pc:docMk/>
            <pc:sldMk cId="4070736993" sldId="270"/>
            <ac:spMk id="2" creationId="{D9497439-8DE8-35EE-BDFC-667FAC8BCA73}"/>
          </ac:spMkLst>
        </pc:spChg>
        <pc:spChg chg="mod">
          <ac:chgData name="Sidharth Gb" userId="9eb8319148ee24e5" providerId="LiveId" clId="{100B3C24-6A72-4872-B1A6-D7EAB798B4ED}" dt="2026-08-18T01:44:57.905" v="1021" actId="26606"/>
          <ac:spMkLst>
            <pc:docMk/>
            <pc:sldMk cId="4070736993" sldId="270"/>
            <ac:spMk id="3" creationId="{F604DC85-07D2-1B55-39ED-AB10675F26A5}"/>
          </ac:spMkLst>
        </pc:spChg>
        <pc:spChg chg="add">
          <ac:chgData name="Sidharth Gb" userId="9eb8319148ee24e5" providerId="LiveId" clId="{100B3C24-6A72-4872-B1A6-D7EAB798B4ED}" dt="2026-08-18T01:44:57.905" v="1021" actId="26606"/>
          <ac:spMkLst>
            <pc:docMk/>
            <pc:sldMk cId="4070736993" sldId="270"/>
            <ac:spMk id="8" creationId="{7B4854C3-58CC-4A2C-B4CA-926819F0C2A6}"/>
          </ac:spMkLst>
        </pc:spChg>
        <pc:spChg chg="add">
          <ac:chgData name="Sidharth Gb" userId="9eb8319148ee24e5" providerId="LiveId" clId="{100B3C24-6A72-4872-B1A6-D7EAB798B4ED}" dt="2026-08-18T01:44:57.905" v="1021" actId="26606"/>
          <ac:spMkLst>
            <pc:docMk/>
            <pc:sldMk cId="4070736993" sldId="270"/>
            <ac:spMk id="10" creationId="{7B6FD5C0-E257-4B9E-9413-27A374F07FF9}"/>
          </ac:spMkLst>
        </pc:spChg>
        <pc:spChg chg="add">
          <ac:chgData name="Sidharth Gb" userId="9eb8319148ee24e5" providerId="LiveId" clId="{100B3C24-6A72-4872-B1A6-D7EAB798B4ED}" dt="2026-08-18T01:44:57.905" v="1021" actId="26606"/>
          <ac:spMkLst>
            <pc:docMk/>
            <pc:sldMk cId="4070736993" sldId="270"/>
            <ac:spMk id="12" creationId="{FA7B9933-15AE-4ACB-B091-21C9F385332A}"/>
          </ac:spMkLst>
        </pc:spChg>
        <pc:grpChg chg="add">
          <ac:chgData name="Sidharth Gb" userId="9eb8319148ee24e5" providerId="LiveId" clId="{100B3C24-6A72-4872-B1A6-D7EAB798B4ED}" dt="2026-08-18T01:44:57.905" v="1021" actId="26606"/>
          <ac:grpSpMkLst>
            <pc:docMk/>
            <pc:sldMk cId="4070736993" sldId="270"/>
            <ac:grpSpMk id="14" creationId="{DE57BB50-0A5D-4AD7-87AB-5904B788BC54}"/>
          </ac:grpSpMkLst>
        </pc:grpChg>
      </pc:sldChg>
      <pc:sldChg chg="new del">
        <pc:chgData name="Sidharth Gb" userId="9eb8319148ee24e5" providerId="LiveId" clId="{100B3C24-6A72-4872-B1A6-D7EAB798B4ED}" dt="2026-08-18T01:45:45.433" v="1023" actId="680"/>
        <pc:sldMkLst>
          <pc:docMk/>
          <pc:sldMk cId="171634845" sldId="271"/>
        </pc:sldMkLst>
      </pc:sldChg>
      <pc:sldChg chg="modSp new mod">
        <pc:chgData name="Sidharth Gb" userId="9eb8319148ee24e5" providerId="LiveId" clId="{100B3C24-6A72-4872-B1A6-D7EAB798B4ED}" dt="2026-08-18T01:48:19.523" v="1048" actId="20577"/>
        <pc:sldMkLst>
          <pc:docMk/>
          <pc:sldMk cId="958434113" sldId="271"/>
        </pc:sldMkLst>
        <pc:spChg chg="mod">
          <ac:chgData name="Sidharth Gb" userId="9eb8319148ee24e5" providerId="LiveId" clId="{100B3C24-6A72-4872-B1A6-D7EAB798B4ED}" dt="2026-08-18T01:46:03.183" v="1044" actId="20577"/>
          <ac:spMkLst>
            <pc:docMk/>
            <pc:sldMk cId="958434113" sldId="271"/>
            <ac:spMk id="2" creationId="{A513E7FB-4312-B980-F802-6ED0764FE252}"/>
          </ac:spMkLst>
        </pc:spChg>
        <pc:spChg chg="mod">
          <ac:chgData name="Sidharth Gb" userId="9eb8319148ee24e5" providerId="LiveId" clId="{100B3C24-6A72-4872-B1A6-D7EAB798B4ED}" dt="2026-08-18T01:48:19.523" v="1048" actId="20577"/>
          <ac:spMkLst>
            <pc:docMk/>
            <pc:sldMk cId="958434113" sldId="271"/>
            <ac:spMk id="3" creationId="{C2CF4BAF-3B50-478A-3DD5-1E4413F5FC6C}"/>
          </ac:spMkLst>
        </pc:spChg>
      </pc:sldChg>
      <pc:sldChg chg="addSp delSp modSp new mod setBg">
        <pc:chgData name="Sidharth Gb" userId="9eb8319148ee24e5" providerId="LiveId" clId="{100B3C24-6A72-4872-B1A6-D7EAB798B4ED}" dt="2026-08-18T01:51:14.353" v="1064" actId="26606"/>
        <pc:sldMkLst>
          <pc:docMk/>
          <pc:sldMk cId="1258112731" sldId="272"/>
        </pc:sldMkLst>
        <pc:spChg chg="mod">
          <ac:chgData name="Sidharth Gb" userId="9eb8319148ee24e5" providerId="LiveId" clId="{100B3C24-6A72-4872-B1A6-D7EAB798B4ED}" dt="2026-08-18T01:51:14.353" v="1064" actId="26606"/>
          <ac:spMkLst>
            <pc:docMk/>
            <pc:sldMk cId="1258112731" sldId="272"/>
            <ac:spMk id="2" creationId="{E9DD71CC-6A5A-7F18-417A-DABBE8A7502F}"/>
          </ac:spMkLst>
        </pc:spChg>
        <pc:spChg chg="del">
          <ac:chgData name="Sidharth Gb" userId="9eb8319148ee24e5" providerId="LiveId" clId="{100B3C24-6A72-4872-B1A6-D7EAB798B4ED}" dt="2026-08-18T01:50:59.061" v="1063" actId="478"/>
          <ac:spMkLst>
            <pc:docMk/>
            <pc:sldMk cId="1258112731" sldId="272"/>
            <ac:spMk id="3" creationId="{2EE671A2-07C3-CAA9-9E8B-65D606347D16}"/>
          </ac:spMkLst>
        </pc:spChg>
        <pc:spChg chg="add">
          <ac:chgData name="Sidharth Gb" userId="9eb8319148ee24e5" providerId="LiveId" clId="{100B3C24-6A72-4872-B1A6-D7EAB798B4ED}" dt="2026-08-18T01:51:14.353" v="1064" actId="26606"/>
          <ac:spMkLst>
            <pc:docMk/>
            <pc:sldMk cId="1258112731" sldId="272"/>
            <ac:spMk id="9" creationId="{9D3B3C7E-BC2D-4436-8B03-AC421FA66787}"/>
          </ac:spMkLst>
        </pc:spChg>
        <pc:spChg chg="add">
          <ac:chgData name="Sidharth Gb" userId="9eb8319148ee24e5" providerId="LiveId" clId="{100B3C24-6A72-4872-B1A6-D7EAB798B4ED}" dt="2026-08-18T01:51:14.353" v="1064" actId="26606"/>
          <ac:spMkLst>
            <pc:docMk/>
            <pc:sldMk cId="1258112731" sldId="272"/>
            <ac:spMk id="16" creationId="{4905C695-F54E-4EF8-8AEF-811D460E7AFE}"/>
          </ac:spMkLst>
        </pc:spChg>
        <pc:spChg chg="add">
          <ac:chgData name="Sidharth Gb" userId="9eb8319148ee24e5" providerId="LiveId" clId="{100B3C24-6A72-4872-B1A6-D7EAB798B4ED}" dt="2026-08-18T01:51:14.353" v="1064" actId="26606"/>
          <ac:spMkLst>
            <pc:docMk/>
            <pc:sldMk cId="1258112731" sldId="272"/>
            <ac:spMk id="18" creationId="{485CD2A3-2099-476E-9A85-55DC735FA2B7}"/>
          </ac:spMkLst>
        </pc:spChg>
        <pc:grpChg chg="add">
          <ac:chgData name="Sidharth Gb" userId="9eb8319148ee24e5" providerId="LiveId" clId="{100B3C24-6A72-4872-B1A6-D7EAB798B4ED}" dt="2026-08-18T01:51:14.353" v="1064" actId="26606"/>
          <ac:grpSpMkLst>
            <pc:docMk/>
            <pc:sldMk cId="1258112731" sldId="272"/>
            <ac:grpSpMk id="11" creationId="{79B5D0C1-066E-4C02-A6B8-59FAE4A19724}"/>
          </ac:grpSpMkLst>
        </pc:grpChg>
        <pc:grpChg chg="add">
          <ac:chgData name="Sidharth Gb" userId="9eb8319148ee24e5" providerId="LiveId" clId="{100B3C24-6A72-4872-B1A6-D7EAB798B4ED}" dt="2026-08-18T01:51:14.353" v="1064" actId="26606"/>
          <ac:grpSpMkLst>
            <pc:docMk/>
            <pc:sldMk cId="1258112731" sldId="272"/>
            <ac:grpSpMk id="20" creationId="{E92979E8-2E86-433E-A7E4-5F102E45A8EE}"/>
          </ac:grpSpMkLst>
        </pc:grpChg>
        <pc:picChg chg="add">
          <ac:chgData name="Sidharth Gb" userId="9eb8319148ee24e5" providerId="LiveId" clId="{100B3C24-6A72-4872-B1A6-D7EAB798B4ED}" dt="2026-08-18T01:51:14.353" v="1064" actId="26606"/>
          <ac:picMkLst>
            <pc:docMk/>
            <pc:sldMk cId="1258112731" sldId="272"/>
            <ac:picMk id="6" creationId="{0FE9CA15-44CE-73E5-78F5-630DC213E6BF}"/>
          </ac:picMkLst>
        </pc:picChg>
      </pc:sldChg>
      <pc:sldMasterChg chg="modSldLayout">
        <pc:chgData name="Sidharth Gb" userId="9eb8319148ee24e5" providerId="LiveId" clId="{100B3C24-6A72-4872-B1A6-D7EAB798B4ED}" dt="2026-08-17T22:50:43.762" v="64"/>
        <pc:sldMasterMkLst>
          <pc:docMk/>
          <pc:sldMasterMk cId="3701681138" sldId="2147483688"/>
        </pc:sldMasterMkLst>
        <pc:sldLayoutChg chg="delSp">
          <pc:chgData name="Sidharth Gb" userId="9eb8319148ee24e5" providerId="LiveId" clId="{100B3C24-6A72-4872-B1A6-D7EAB798B4ED}" dt="2026-08-17T22:50:43.762" v="64"/>
          <pc:sldLayoutMkLst>
            <pc:docMk/>
            <pc:sldMasterMk cId="3701681138" sldId="2147483688"/>
            <pc:sldLayoutMk cId="294957375" sldId="2147483706"/>
          </pc:sldLayoutMkLst>
          <pc:picChg chg="del">
            <ac:chgData name="Sidharth Gb" userId="9eb8319148ee24e5" providerId="LiveId" clId="{100B3C24-6A72-4872-B1A6-D7EAB798B4ED}" dt="2026-08-17T22:50:43.762" v="64"/>
            <ac:picMkLst>
              <pc:docMk/>
              <pc:sldMasterMk cId="3701681138" sldId="2147483688"/>
              <pc:sldLayoutMk cId="294957375" sldId="2147483706"/>
              <ac:picMk id="6" creationId="{D09BF41B-6D10-9A6E-03E4-5E7320A61DFA}"/>
            </ac:picMkLst>
          </pc:picChg>
        </pc:sldLayoutChg>
      </pc:sldMasterChg>
      <pc:sldMasterChg chg="modSldLayout">
        <pc:chgData name="Sidharth Gb" userId="9eb8319148ee24e5" providerId="LiveId" clId="{100B3C24-6A72-4872-B1A6-D7EAB798B4ED}" dt="2026-08-17T22:53:28.961" v="70"/>
        <pc:sldMasterMkLst>
          <pc:docMk/>
          <pc:sldMasterMk cId="3393897249" sldId="2147483763"/>
        </pc:sldMasterMkLst>
        <pc:sldLayoutChg chg="delSp">
          <pc:chgData name="Sidharth Gb" userId="9eb8319148ee24e5" providerId="LiveId" clId="{100B3C24-6A72-4872-B1A6-D7EAB798B4ED}" dt="2026-08-17T22:53:28.961" v="70"/>
          <pc:sldLayoutMkLst>
            <pc:docMk/>
            <pc:sldMasterMk cId="3393897249" sldId="2147483763"/>
            <pc:sldLayoutMk cId="1482255939" sldId="2147483775"/>
          </pc:sldLayoutMkLst>
          <pc:spChg chg="del">
            <ac:chgData name="Sidharth Gb" userId="9eb8319148ee24e5" providerId="LiveId" clId="{100B3C24-6A72-4872-B1A6-D7EAB798B4ED}" dt="2026-08-17T22:53:28.961" v="70"/>
            <ac:spMkLst>
              <pc:docMk/>
              <pc:sldMasterMk cId="3393897249" sldId="2147483763"/>
              <pc:sldLayoutMk cId="1482255939" sldId="2147483775"/>
              <ac:spMk id="33" creationId="{BAE97C67-C2EB-5515-0FDC-A535220C9DF0}"/>
            </ac:spMkLst>
          </pc:spChg>
          <pc:spChg chg="del">
            <ac:chgData name="Sidharth Gb" userId="9eb8319148ee24e5" providerId="LiveId" clId="{100B3C24-6A72-4872-B1A6-D7EAB798B4ED}" dt="2026-08-17T22:53:28.961" v="70"/>
            <ac:spMkLst>
              <pc:docMk/>
              <pc:sldMasterMk cId="3393897249" sldId="2147483763"/>
              <pc:sldLayoutMk cId="1482255939" sldId="2147483775"/>
              <ac:spMk id="34" creationId="{E58CA726-6257-4F3F-9296-A3CF5DCA19DB}"/>
            </ac:spMkLst>
          </pc:spChg>
        </pc:sldLayoutChg>
      </pc:sldMasterChg>
      <pc:sldMasterChg chg="add del addSldLayout delSldLayout">
        <pc:chgData name="Sidharth Gb" userId="9eb8319148ee24e5" providerId="LiveId" clId="{100B3C24-6A72-4872-B1A6-D7EAB798B4ED}" dt="2026-08-17T22:55:23.038" v="80" actId="26606"/>
        <pc:sldMasterMkLst>
          <pc:docMk/>
          <pc:sldMasterMk cId="2206624525" sldId="2147483776"/>
        </pc:sldMasterMkLst>
        <pc:sldLayoutChg chg="add del">
          <pc:chgData name="Sidharth Gb" userId="9eb8319148ee24e5" providerId="LiveId" clId="{100B3C24-6A72-4872-B1A6-D7EAB798B4ED}" dt="2026-08-17T22:55:23.038" v="80" actId="26606"/>
          <pc:sldLayoutMkLst>
            <pc:docMk/>
            <pc:sldMasterMk cId="2206624525" sldId="2147483776"/>
            <pc:sldLayoutMk cId="518788230" sldId="2147483777"/>
          </pc:sldLayoutMkLst>
        </pc:sldLayoutChg>
        <pc:sldLayoutChg chg="add del">
          <pc:chgData name="Sidharth Gb" userId="9eb8319148ee24e5" providerId="LiveId" clId="{100B3C24-6A72-4872-B1A6-D7EAB798B4ED}" dt="2026-08-17T22:55:23.038" v="80" actId="26606"/>
          <pc:sldLayoutMkLst>
            <pc:docMk/>
            <pc:sldMasterMk cId="2206624525" sldId="2147483776"/>
            <pc:sldLayoutMk cId="1015999123" sldId="2147483778"/>
          </pc:sldLayoutMkLst>
        </pc:sldLayoutChg>
        <pc:sldLayoutChg chg="add del">
          <pc:chgData name="Sidharth Gb" userId="9eb8319148ee24e5" providerId="LiveId" clId="{100B3C24-6A72-4872-B1A6-D7EAB798B4ED}" dt="2026-08-17T22:55:23.038" v="80" actId="26606"/>
          <pc:sldLayoutMkLst>
            <pc:docMk/>
            <pc:sldMasterMk cId="2206624525" sldId="2147483776"/>
            <pc:sldLayoutMk cId="1453262292" sldId="2147483779"/>
          </pc:sldLayoutMkLst>
        </pc:sldLayoutChg>
        <pc:sldLayoutChg chg="add del">
          <pc:chgData name="Sidharth Gb" userId="9eb8319148ee24e5" providerId="LiveId" clId="{100B3C24-6A72-4872-B1A6-D7EAB798B4ED}" dt="2026-08-17T22:55:23.038" v="80" actId="26606"/>
          <pc:sldLayoutMkLst>
            <pc:docMk/>
            <pc:sldMasterMk cId="2206624525" sldId="2147483776"/>
            <pc:sldLayoutMk cId="2342017476" sldId="2147483780"/>
          </pc:sldLayoutMkLst>
        </pc:sldLayoutChg>
        <pc:sldLayoutChg chg="add del">
          <pc:chgData name="Sidharth Gb" userId="9eb8319148ee24e5" providerId="LiveId" clId="{100B3C24-6A72-4872-B1A6-D7EAB798B4ED}" dt="2026-08-17T22:55:23.038" v="80" actId="26606"/>
          <pc:sldLayoutMkLst>
            <pc:docMk/>
            <pc:sldMasterMk cId="2206624525" sldId="2147483776"/>
            <pc:sldLayoutMk cId="2279162887" sldId="2147483781"/>
          </pc:sldLayoutMkLst>
        </pc:sldLayoutChg>
        <pc:sldLayoutChg chg="add del">
          <pc:chgData name="Sidharth Gb" userId="9eb8319148ee24e5" providerId="LiveId" clId="{100B3C24-6A72-4872-B1A6-D7EAB798B4ED}" dt="2026-08-17T22:55:23.038" v="80" actId="26606"/>
          <pc:sldLayoutMkLst>
            <pc:docMk/>
            <pc:sldMasterMk cId="2206624525" sldId="2147483776"/>
            <pc:sldLayoutMk cId="2855207204" sldId="2147483782"/>
          </pc:sldLayoutMkLst>
        </pc:sldLayoutChg>
        <pc:sldLayoutChg chg="add del">
          <pc:chgData name="Sidharth Gb" userId="9eb8319148ee24e5" providerId="LiveId" clId="{100B3C24-6A72-4872-B1A6-D7EAB798B4ED}" dt="2026-08-17T22:55:23.038" v="80" actId="26606"/>
          <pc:sldLayoutMkLst>
            <pc:docMk/>
            <pc:sldMasterMk cId="2206624525" sldId="2147483776"/>
            <pc:sldLayoutMk cId="456565986" sldId="2147483783"/>
          </pc:sldLayoutMkLst>
        </pc:sldLayoutChg>
        <pc:sldLayoutChg chg="add del">
          <pc:chgData name="Sidharth Gb" userId="9eb8319148ee24e5" providerId="LiveId" clId="{100B3C24-6A72-4872-B1A6-D7EAB798B4ED}" dt="2026-08-17T22:55:23.038" v="80" actId="26606"/>
          <pc:sldLayoutMkLst>
            <pc:docMk/>
            <pc:sldMasterMk cId="2206624525" sldId="2147483776"/>
            <pc:sldLayoutMk cId="3881585458" sldId="2147483784"/>
          </pc:sldLayoutMkLst>
        </pc:sldLayoutChg>
        <pc:sldLayoutChg chg="add del">
          <pc:chgData name="Sidharth Gb" userId="9eb8319148ee24e5" providerId="LiveId" clId="{100B3C24-6A72-4872-B1A6-D7EAB798B4ED}" dt="2026-08-17T22:55:23.038" v="80" actId="26606"/>
          <pc:sldLayoutMkLst>
            <pc:docMk/>
            <pc:sldMasterMk cId="2206624525" sldId="2147483776"/>
            <pc:sldLayoutMk cId="1447405240" sldId="2147483785"/>
          </pc:sldLayoutMkLst>
        </pc:sldLayoutChg>
        <pc:sldLayoutChg chg="add del">
          <pc:chgData name="Sidharth Gb" userId="9eb8319148ee24e5" providerId="LiveId" clId="{100B3C24-6A72-4872-B1A6-D7EAB798B4ED}" dt="2026-08-17T22:55:23.038" v="80" actId="26606"/>
          <pc:sldLayoutMkLst>
            <pc:docMk/>
            <pc:sldMasterMk cId="2206624525" sldId="2147483776"/>
            <pc:sldLayoutMk cId="1954469460" sldId="2147483786"/>
          </pc:sldLayoutMkLst>
        </pc:sldLayoutChg>
        <pc:sldLayoutChg chg="add del">
          <pc:chgData name="Sidharth Gb" userId="9eb8319148ee24e5" providerId="LiveId" clId="{100B3C24-6A72-4872-B1A6-D7EAB798B4ED}" dt="2026-08-17T22:55:23.038" v="80" actId="26606"/>
          <pc:sldLayoutMkLst>
            <pc:docMk/>
            <pc:sldMasterMk cId="2206624525" sldId="2147483776"/>
            <pc:sldLayoutMk cId="2534003390" sldId="2147483787"/>
          </pc:sldLayoutMkLst>
        </pc:sldLayoutChg>
        <pc:sldLayoutChg chg="add del">
          <pc:chgData name="Sidharth Gb" userId="9eb8319148ee24e5" providerId="LiveId" clId="{100B3C24-6A72-4872-B1A6-D7EAB798B4ED}" dt="2026-08-17T22:55:23.038" v="80" actId="26606"/>
          <pc:sldLayoutMkLst>
            <pc:docMk/>
            <pc:sldMasterMk cId="2206624525" sldId="2147483776"/>
            <pc:sldLayoutMk cId="1661549709" sldId="2147483788"/>
          </pc:sldLayoutMkLst>
        </pc:sldLayoutChg>
      </pc:sldMasterChg>
      <pc:sldMasterChg chg="add del addSldLayout delSldLayout">
        <pc:chgData name="Sidharth Gb" userId="9eb8319148ee24e5" providerId="LiveId" clId="{100B3C24-6A72-4872-B1A6-D7EAB798B4ED}" dt="2026-08-17T22:55:20.291" v="77" actId="26606"/>
        <pc:sldMasterMkLst>
          <pc:docMk/>
          <pc:sldMasterMk cId="206315757" sldId="2147483789"/>
        </pc:sldMasterMkLst>
        <pc:sldLayoutChg chg="add del">
          <pc:chgData name="Sidharth Gb" userId="9eb8319148ee24e5" providerId="LiveId" clId="{100B3C24-6A72-4872-B1A6-D7EAB798B4ED}" dt="2026-08-17T22:55:20.291" v="77" actId="26606"/>
          <pc:sldLayoutMkLst>
            <pc:docMk/>
            <pc:sldMasterMk cId="206315757" sldId="2147483789"/>
            <pc:sldLayoutMk cId="1854436346" sldId="2147483790"/>
          </pc:sldLayoutMkLst>
        </pc:sldLayoutChg>
        <pc:sldLayoutChg chg="add del">
          <pc:chgData name="Sidharth Gb" userId="9eb8319148ee24e5" providerId="LiveId" clId="{100B3C24-6A72-4872-B1A6-D7EAB798B4ED}" dt="2026-08-17T22:55:20.291" v="77" actId="26606"/>
          <pc:sldLayoutMkLst>
            <pc:docMk/>
            <pc:sldMasterMk cId="206315757" sldId="2147483789"/>
            <pc:sldLayoutMk cId="1247398300" sldId="2147483791"/>
          </pc:sldLayoutMkLst>
        </pc:sldLayoutChg>
        <pc:sldLayoutChg chg="add del">
          <pc:chgData name="Sidharth Gb" userId="9eb8319148ee24e5" providerId="LiveId" clId="{100B3C24-6A72-4872-B1A6-D7EAB798B4ED}" dt="2026-08-17T22:55:20.291" v="77" actId="26606"/>
          <pc:sldLayoutMkLst>
            <pc:docMk/>
            <pc:sldMasterMk cId="206315757" sldId="2147483789"/>
            <pc:sldLayoutMk cId="1249455003" sldId="2147483792"/>
          </pc:sldLayoutMkLst>
        </pc:sldLayoutChg>
        <pc:sldLayoutChg chg="add del">
          <pc:chgData name="Sidharth Gb" userId="9eb8319148ee24e5" providerId="LiveId" clId="{100B3C24-6A72-4872-B1A6-D7EAB798B4ED}" dt="2026-08-17T22:55:20.291" v="77" actId="26606"/>
          <pc:sldLayoutMkLst>
            <pc:docMk/>
            <pc:sldMasterMk cId="206315757" sldId="2147483789"/>
            <pc:sldLayoutMk cId="2872600855" sldId="2147483793"/>
          </pc:sldLayoutMkLst>
        </pc:sldLayoutChg>
        <pc:sldLayoutChg chg="add del">
          <pc:chgData name="Sidharth Gb" userId="9eb8319148ee24e5" providerId="LiveId" clId="{100B3C24-6A72-4872-B1A6-D7EAB798B4ED}" dt="2026-08-17T22:55:20.291" v="77" actId="26606"/>
          <pc:sldLayoutMkLst>
            <pc:docMk/>
            <pc:sldMasterMk cId="206315757" sldId="2147483789"/>
            <pc:sldLayoutMk cId="4293009614" sldId="2147483794"/>
          </pc:sldLayoutMkLst>
        </pc:sldLayoutChg>
        <pc:sldLayoutChg chg="add del">
          <pc:chgData name="Sidharth Gb" userId="9eb8319148ee24e5" providerId="LiveId" clId="{100B3C24-6A72-4872-B1A6-D7EAB798B4ED}" dt="2026-08-17T22:55:20.291" v="77" actId="26606"/>
          <pc:sldLayoutMkLst>
            <pc:docMk/>
            <pc:sldMasterMk cId="206315757" sldId="2147483789"/>
            <pc:sldLayoutMk cId="1656352028" sldId="2147483795"/>
          </pc:sldLayoutMkLst>
        </pc:sldLayoutChg>
        <pc:sldLayoutChg chg="add del">
          <pc:chgData name="Sidharth Gb" userId="9eb8319148ee24e5" providerId="LiveId" clId="{100B3C24-6A72-4872-B1A6-D7EAB798B4ED}" dt="2026-08-17T22:55:20.291" v="77" actId="26606"/>
          <pc:sldLayoutMkLst>
            <pc:docMk/>
            <pc:sldMasterMk cId="206315757" sldId="2147483789"/>
            <pc:sldLayoutMk cId="1896680473" sldId="2147483796"/>
          </pc:sldLayoutMkLst>
        </pc:sldLayoutChg>
        <pc:sldLayoutChg chg="add del">
          <pc:chgData name="Sidharth Gb" userId="9eb8319148ee24e5" providerId="LiveId" clId="{100B3C24-6A72-4872-B1A6-D7EAB798B4ED}" dt="2026-08-17T22:55:20.291" v="77" actId="26606"/>
          <pc:sldLayoutMkLst>
            <pc:docMk/>
            <pc:sldMasterMk cId="206315757" sldId="2147483789"/>
            <pc:sldLayoutMk cId="2134414351" sldId="2147483797"/>
          </pc:sldLayoutMkLst>
        </pc:sldLayoutChg>
        <pc:sldLayoutChg chg="add del">
          <pc:chgData name="Sidharth Gb" userId="9eb8319148ee24e5" providerId="LiveId" clId="{100B3C24-6A72-4872-B1A6-D7EAB798B4ED}" dt="2026-08-17T22:55:20.291" v="77" actId="26606"/>
          <pc:sldLayoutMkLst>
            <pc:docMk/>
            <pc:sldMasterMk cId="206315757" sldId="2147483789"/>
            <pc:sldLayoutMk cId="797975764" sldId="2147483798"/>
          </pc:sldLayoutMkLst>
        </pc:sldLayoutChg>
        <pc:sldLayoutChg chg="add del">
          <pc:chgData name="Sidharth Gb" userId="9eb8319148ee24e5" providerId="LiveId" clId="{100B3C24-6A72-4872-B1A6-D7EAB798B4ED}" dt="2026-08-17T22:55:20.291" v="77" actId="26606"/>
          <pc:sldLayoutMkLst>
            <pc:docMk/>
            <pc:sldMasterMk cId="206315757" sldId="2147483789"/>
            <pc:sldLayoutMk cId="2814784626" sldId="2147483799"/>
          </pc:sldLayoutMkLst>
        </pc:sldLayoutChg>
        <pc:sldLayoutChg chg="add del">
          <pc:chgData name="Sidharth Gb" userId="9eb8319148ee24e5" providerId="LiveId" clId="{100B3C24-6A72-4872-B1A6-D7EAB798B4ED}" dt="2026-08-17T22:55:20.291" v="77" actId="26606"/>
          <pc:sldLayoutMkLst>
            <pc:docMk/>
            <pc:sldMasterMk cId="206315757" sldId="2147483789"/>
            <pc:sldLayoutMk cId="264096941" sldId="2147483800"/>
          </pc:sldLayoutMkLst>
        </pc:sldLayoutChg>
        <pc:sldLayoutChg chg="add del">
          <pc:chgData name="Sidharth Gb" userId="9eb8319148ee24e5" providerId="LiveId" clId="{100B3C24-6A72-4872-B1A6-D7EAB798B4ED}" dt="2026-08-17T22:55:20.291" v="77" actId="26606"/>
          <pc:sldLayoutMkLst>
            <pc:docMk/>
            <pc:sldMasterMk cId="206315757" sldId="2147483789"/>
            <pc:sldLayoutMk cId="1259230862" sldId="2147483801"/>
          </pc:sldLayoutMkLst>
        </pc:sldLayoutChg>
      </pc:sldMasterChg>
      <pc:sldMasterChg chg="add del addSldLayout delSldLayout">
        <pc:chgData name="Sidharth Gb" userId="9eb8319148ee24e5" providerId="LiveId" clId="{100B3C24-6A72-4872-B1A6-D7EAB798B4ED}" dt="2026-08-17T22:55:23.009" v="79" actId="26606"/>
        <pc:sldMasterMkLst>
          <pc:docMk/>
          <pc:sldMasterMk cId="2665037574" sldId="2147483814"/>
        </pc:sldMasterMkLst>
        <pc:sldLayoutChg chg="add del">
          <pc:chgData name="Sidharth Gb" userId="9eb8319148ee24e5" providerId="LiveId" clId="{100B3C24-6A72-4872-B1A6-D7EAB798B4ED}" dt="2026-08-17T22:55:23.009" v="79" actId="26606"/>
          <pc:sldLayoutMkLst>
            <pc:docMk/>
            <pc:sldMasterMk cId="2665037574" sldId="2147483814"/>
            <pc:sldLayoutMk cId="2084621118" sldId="2147483802"/>
          </pc:sldLayoutMkLst>
        </pc:sldLayoutChg>
        <pc:sldLayoutChg chg="add del">
          <pc:chgData name="Sidharth Gb" userId="9eb8319148ee24e5" providerId="LiveId" clId="{100B3C24-6A72-4872-B1A6-D7EAB798B4ED}" dt="2026-08-17T22:55:23.009" v="79" actId="26606"/>
          <pc:sldLayoutMkLst>
            <pc:docMk/>
            <pc:sldMasterMk cId="2665037574" sldId="2147483814"/>
            <pc:sldLayoutMk cId="2197223997" sldId="2147483803"/>
          </pc:sldLayoutMkLst>
        </pc:sldLayoutChg>
        <pc:sldLayoutChg chg="add del">
          <pc:chgData name="Sidharth Gb" userId="9eb8319148ee24e5" providerId="LiveId" clId="{100B3C24-6A72-4872-B1A6-D7EAB798B4ED}" dt="2026-08-17T22:55:23.009" v="79" actId="26606"/>
          <pc:sldLayoutMkLst>
            <pc:docMk/>
            <pc:sldMasterMk cId="2665037574" sldId="2147483814"/>
            <pc:sldLayoutMk cId="1427173441" sldId="2147483804"/>
          </pc:sldLayoutMkLst>
        </pc:sldLayoutChg>
        <pc:sldLayoutChg chg="add del">
          <pc:chgData name="Sidharth Gb" userId="9eb8319148ee24e5" providerId="LiveId" clId="{100B3C24-6A72-4872-B1A6-D7EAB798B4ED}" dt="2026-08-17T22:55:23.009" v="79" actId="26606"/>
          <pc:sldLayoutMkLst>
            <pc:docMk/>
            <pc:sldMasterMk cId="2665037574" sldId="2147483814"/>
            <pc:sldLayoutMk cId="2384353471" sldId="2147483805"/>
          </pc:sldLayoutMkLst>
        </pc:sldLayoutChg>
        <pc:sldLayoutChg chg="add del">
          <pc:chgData name="Sidharth Gb" userId="9eb8319148ee24e5" providerId="LiveId" clId="{100B3C24-6A72-4872-B1A6-D7EAB798B4ED}" dt="2026-08-17T22:55:23.009" v="79" actId="26606"/>
          <pc:sldLayoutMkLst>
            <pc:docMk/>
            <pc:sldMasterMk cId="2665037574" sldId="2147483814"/>
            <pc:sldLayoutMk cId="1749394706" sldId="2147483806"/>
          </pc:sldLayoutMkLst>
        </pc:sldLayoutChg>
        <pc:sldLayoutChg chg="add del">
          <pc:chgData name="Sidharth Gb" userId="9eb8319148ee24e5" providerId="LiveId" clId="{100B3C24-6A72-4872-B1A6-D7EAB798B4ED}" dt="2026-08-17T22:55:23.009" v="79" actId="26606"/>
          <pc:sldLayoutMkLst>
            <pc:docMk/>
            <pc:sldMasterMk cId="2665037574" sldId="2147483814"/>
            <pc:sldLayoutMk cId="1180436204" sldId="2147483807"/>
          </pc:sldLayoutMkLst>
        </pc:sldLayoutChg>
        <pc:sldLayoutChg chg="add del">
          <pc:chgData name="Sidharth Gb" userId="9eb8319148ee24e5" providerId="LiveId" clId="{100B3C24-6A72-4872-B1A6-D7EAB798B4ED}" dt="2026-08-17T22:55:23.009" v="79" actId="26606"/>
          <pc:sldLayoutMkLst>
            <pc:docMk/>
            <pc:sldMasterMk cId="2665037574" sldId="2147483814"/>
            <pc:sldLayoutMk cId="3446664640" sldId="2147483808"/>
          </pc:sldLayoutMkLst>
        </pc:sldLayoutChg>
        <pc:sldLayoutChg chg="add del">
          <pc:chgData name="Sidharth Gb" userId="9eb8319148ee24e5" providerId="LiveId" clId="{100B3C24-6A72-4872-B1A6-D7EAB798B4ED}" dt="2026-08-17T22:55:23.009" v="79" actId="26606"/>
          <pc:sldLayoutMkLst>
            <pc:docMk/>
            <pc:sldMasterMk cId="2665037574" sldId="2147483814"/>
            <pc:sldLayoutMk cId="3271627234" sldId="2147483809"/>
          </pc:sldLayoutMkLst>
        </pc:sldLayoutChg>
        <pc:sldLayoutChg chg="add del">
          <pc:chgData name="Sidharth Gb" userId="9eb8319148ee24e5" providerId="LiveId" clId="{100B3C24-6A72-4872-B1A6-D7EAB798B4ED}" dt="2026-08-17T22:55:23.009" v="79" actId="26606"/>
          <pc:sldLayoutMkLst>
            <pc:docMk/>
            <pc:sldMasterMk cId="2665037574" sldId="2147483814"/>
            <pc:sldLayoutMk cId="3661110332" sldId="2147483810"/>
          </pc:sldLayoutMkLst>
        </pc:sldLayoutChg>
        <pc:sldLayoutChg chg="add del">
          <pc:chgData name="Sidharth Gb" userId="9eb8319148ee24e5" providerId="LiveId" clId="{100B3C24-6A72-4872-B1A6-D7EAB798B4ED}" dt="2026-08-17T22:55:23.009" v="79" actId="26606"/>
          <pc:sldLayoutMkLst>
            <pc:docMk/>
            <pc:sldMasterMk cId="2665037574" sldId="2147483814"/>
            <pc:sldLayoutMk cId="1733714473" sldId="2147483811"/>
          </pc:sldLayoutMkLst>
        </pc:sldLayoutChg>
        <pc:sldLayoutChg chg="add del">
          <pc:chgData name="Sidharth Gb" userId="9eb8319148ee24e5" providerId="LiveId" clId="{100B3C24-6A72-4872-B1A6-D7EAB798B4ED}" dt="2026-08-17T22:55:23.009" v="79" actId="26606"/>
          <pc:sldLayoutMkLst>
            <pc:docMk/>
            <pc:sldMasterMk cId="2665037574" sldId="2147483814"/>
            <pc:sldLayoutMk cId="1287927036" sldId="2147483812"/>
          </pc:sldLayoutMkLst>
        </pc:sldLayoutChg>
        <pc:sldLayoutChg chg="add del">
          <pc:chgData name="Sidharth Gb" userId="9eb8319148ee24e5" providerId="LiveId" clId="{100B3C24-6A72-4872-B1A6-D7EAB798B4ED}" dt="2026-08-17T22:55:23.009" v="79" actId="26606"/>
          <pc:sldLayoutMkLst>
            <pc:docMk/>
            <pc:sldMasterMk cId="2665037574" sldId="2147483814"/>
            <pc:sldLayoutMk cId="1401876424" sldId="2147483813"/>
          </pc:sldLayoutMkLst>
        </pc:sldLayoutChg>
      </pc:sldMasterChg>
      <pc:sldMasterChg chg="add addSldLayout">
        <pc:chgData name="Sidharth Gb" userId="9eb8319148ee24e5" providerId="LiveId" clId="{100B3C24-6A72-4872-B1A6-D7EAB798B4ED}" dt="2026-08-17T22:55:23.038" v="80" actId="26606"/>
        <pc:sldMasterMkLst>
          <pc:docMk/>
          <pc:sldMasterMk cId="1781714569" sldId="2147483828"/>
        </pc:sldMasterMkLst>
        <pc:sldLayoutChg chg="add">
          <pc:chgData name="Sidharth Gb" userId="9eb8319148ee24e5" providerId="LiveId" clId="{100B3C24-6A72-4872-B1A6-D7EAB798B4ED}" dt="2026-08-17T22:55:23.038" v="80" actId="26606"/>
          <pc:sldLayoutMkLst>
            <pc:docMk/>
            <pc:sldMasterMk cId="1781714569" sldId="2147483828"/>
            <pc:sldLayoutMk cId="589276464" sldId="2147483816"/>
          </pc:sldLayoutMkLst>
        </pc:sldLayoutChg>
        <pc:sldLayoutChg chg="add">
          <pc:chgData name="Sidharth Gb" userId="9eb8319148ee24e5" providerId="LiveId" clId="{100B3C24-6A72-4872-B1A6-D7EAB798B4ED}" dt="2026-08-17T22:55:23.038" v="80" actId="26606"/>
          <pc:sldLayoutMkLst>
            <pc:docMk/>
            <pc:sldMasterMk cId="1781714569" sldId="2147483828"/>
            <pc:sldLayoutMk cId="142693884" sldId="2147483817"/>
          </pc:sldLayoutMkLst>
        </pc:sldLayoutChg>
        <pc:sldLayoutChg chg="add">
          <pc:chgData name="Sidharth Gb" userId="9eb8319148ee24e5" providerId="LiveId" clId="{100B3C24-6A72-4872-B1A6-D7EAB798B4ED}" dt="2026-08-17T22:55:23.038" v="80" actId="26606"/>
          <pc:sldLayoutMkLst>
            <pc:docMk/>
            <pc:sldMasterMk cId="1781714569" sldId="2147483828"/>
            <pc:sldLayoutMk cId="2907312418" sldId="2147483818"/>
          </pc:sldLayoutMkLst>
        </pc:sldLayoutChg>
        <pc:sldLayoutChg chg="add">
          <pc:chgData name="Sidharth Gb" userId="9eb8319148ee24e5" providerId="LiveId" clId="{100B3C24-6A72-4872-B1A6-D7EAB798B4ED}" dt="2026-08-17T22:55:23.038" v="80" actId="26606"/>
          <pc:sldLayoutMkLst>
            <pc:docMk/>
            <pc:sldMasterMk cId="1781714569" sldId="2147483828"/>
            <pc:sldLayoutMk cId="429840786" sldId="2147483819"/>
          </pc:sldLayoutMkLst>
        </pc:sldLayoutChg>
        <pc:sldLayoutChg chg="add">
          <pc:chgData name="Sidharth Gb" userId="9eb8319148ee24e5" providerId="LiveId" clId="{100B3C24-6A72-4872-B1A6-D7EAB798B4ED}" dt="2026-08-17T22:55:23.038" v="80" actId="26606"/>
          <pc:sldLayoutMkLst>
            <pc:docMk/>
            <pc:sldMasterMk cId="1781714569" sldId="2147483828"/>
            <pc:sldLayoutMk cId="1945231387" sldId="2147483820"/>
          </pc:sldLayoutMkLst>
        </pc:sldLayoutChg>
        <pc:sldLayoutChg chg="add">
          <pc:chgData name="Sidharth Gb" userId="9eb8319148ee24e5" providerId="LiveId" clId="{100B3C24-6A72-4872-B1A6-D7EAB798B4ED}" dt="2026-08-17T22:55:23.038" v="80" actId="26606"/>
          <pc:sldLayoutMkLst>
            <pc:docMk/>
            <pc:sldMasterMk cId="1781714569" sldId="2147483828"/>
            <pc:sldLayoutMk cId="2766688552" sldId="2147483821"/>
          </pc:sldLayoutMkLst>
        </pc:sldLayoutChg>
        <pc:sldLayoutChg chg="add">
          <pc:chgData name="Sidharth Gb" userId="9eb8319148ee24e5" providerId="LiveId" clId="{100B3C24-6A72-4872-B1A6-D7EAB798B4ED}" dt="2026-08-17T22:55:23.038" v="80" actId="26606"/>
          <pc:sldLayoutMkLst>
            <pc:docMk/>
            <pc:sldMasterMk cId="1781714569" sldId="2147483828"/>
            <pc:sldLayoutMk cId="1919558107" sldId="2147483822"/>
          </pc:sldLayoutMkLst>
        </pc:sldLayoutChg>
        <pc:sldLayoutChg chg="add">
          <pc:chgData name="Sidharth Gb" userId="9eb8319148ee24e5" providerId="LiveId" clId="{100B3C24-6A72-4872-B1A6-D7EAB798B4ED}" dt="2026-08-17T22:55:23.038" v="80" actId="26606"/>
          <pc:sldLayoutMkLst>
            <pc:docMk/>
            <pc:sldMasterMk cId="1781714569" sldId="2147483828"/>
            <pc:sldLayoutMk cId="3387127979" sldId="2147483823"/>
          </pc:sldLayoutMkLst>
        </pc:sldLayoutChg>
        <pc:sldLayoutChg chg="add">
          <pc:chgData name="Sidharth Gb" userId="9eb8319148ee24e5" providerId="LiveId" clId="{100B3C24-6A72-4872-B1A6-D7EAB798B4ED}" dt="2026-08-17T22:55:23.038" v="80" actId="26606"/>
          <pc:sldLayoutMkLst>
            <pc:docMk/>
            <pc:sldMasterMk cId="1781714569" sldId="2147483828"/>
            <pc:sldLayoutMk cId="1208065319" sldId="2147483824"/>
          </pc:sldLayoutMkLst>
        </pc:sldLayoutChg>
        <pc:sldLayoutChg chg="add">
          <pc:chgData name="Sidharth Gb" userId="9eb8319148ee24e5" providerId="LiveId" clId="{100B3C24-6A72-4872-B1A6-D7EAB798B4ED}" dt="2026-08-17T22:55:23.038" v="80" actId="26606"/>
          <pc:sldLayoutMkLst>
            <pc:docMk/>
            <pc:sldMasterMk cId="1781714569" sldId="2147483828"/>
            <pc:sldLayoutMk cId="2502984343" sldId="2147483825"/>
          </pc:sldLayoutMkLst>
        </pc:sldLayoutChg>
        <pc:sldLayoutChg chg="add">
          <pc:chgData name="Sidharth Gb" userId="9eb8319148ee24e5" providerId="LiveId" clId="{100B3C24-6A72-4872-B1A6-D7EAB798B4ED}" dt="2026-08-17T22:55:23.038" v="80" actId="26606"/>
          <pc:sldLayoutMkLst>
            <pc:docMk/>
            <pc:sldMasterMk cId="1781714569" sldId="2147483828"/>
            <pc:sldLayoutMk cId="2698321415" sldId="2147483826"/>
          </pc:sldLayoutMkLst>
        </pc:sldLayoutChg>
        <pc:sldLayoutChg chg="add">
          <pc:chgData name="Sidharth Gb" userId="9eb8319148ee24e5" providerId="LiveId" clId="{100B3C24-6A72-4872-B1A6-D7EAB798B4ED}" dt="2026-08-17T22:55:23.038" v="80" actId="26606"/>
          <pc:sldLayoutMkLst>
            <pc:docMk/>
            <pc:sldMasterMk cId="1781714569" sldId="2147483828"/>
            <pc:sldLayoutMk cId="2231510511" sldId="2147483827"/>
          </pc:sldLayoutMkLst>
        </pc:sldLayoutChg>
      </pc:sldMasterChg>
      <pc:sldMasterChg chg="modSldLayout">
        <pc:chgData name="Sidharth Gb" userId="9eb8319148ee24e5" providerId="LiveId" clId="{100B3C24-6A72-4872-B1A6-D7EAB798B4ED}" dt="2026-08-17T22:56:50.190" v="84"/>
        <pc:sldMasterMkLst>
          <pc:docMk/>
          <pc:sldMasterMk cId="4075265862" sldId="2147483857"/>
        </pc:sldMasterMkLst>
        <pc:sldLayoutChg chg="delSp">
          <pc:chgData name="Sidharth Gb" userId="9eb8319148ee24e5" providerId="LiveId" clId="{100B3C24-6A72-4872-B1A6-D7EAB798B4ED}" dt="2026-08-17T22:56:50.190" v="84"/>
          <pc:sldLayoutMkLst>
            <pc:docMk/>
            <pc:sldMasterMk cId="4075265862" sldId="2147483857"/>
            <pc:sldLayoutMk cId="3929640440" sldId="2147483885"/>
          </pc:sldLayoutMkLst>
          <pc:spChg chg="del">
            <ac:chgData name="Sidharth Gb" userId="9eb8319148ee24e5" providerId="LiveId" clId="{100B3C24-6A72-4872-B1A6-D7EAB798B4ED}" dt="2026-08-17T22:56:50.190" v="84"/>
            <ac:spMkLst>
              <pc:docMk/>
              <pc:sldMasterMk cId="4075265862" sldId="2147483857"/>
              <pc:sldLayoutMk cId="3929640440" sldId="2147483885"/>
              <ac:spMk id="3" creationId="{103B3571-8BEB-7B5F-5141-60BE7E4F2B98}"/>
            </ac:spMkLst>
          </pc:spChg>
        </pc:sldLayoutChg>
      </pc:sldMasterChg>
      <pc:sldMasterChg chg="setBg delSldLayout modSldLayout">
        <pc:chgData name="Sidharth Gb" userId="9eb8319148ee24e5" providerId="LiveId" clId="{100B3C24-6A72-4872-B1A6-D7EAB798B4ED}" dt="2026-08-17T23:06:37.141" v="114"/>
        <pc:sldMasterMkLst>
          <pc:docMk/>
          <pc:sldMasterMk cId="1359516107" sldId="2147484073"/>
        </pc:sldMasterMkLst>
        <pc:sldLayoutChg chg="setBg">
          <pc:chgData name="Sidharth Gb" userId="9eb8319148ee24e5" providerId="LiveId" clId="{100B3C24-6A72-4872-B1A6-D7EAB798B4ED}" dt="2026-08-17T23:06:37.141" v="114"/>
          <pc:sldLayoutMkLst>
            <pc:docMk/>
            <pc:sldMasterMk cId="1359516107" sldId="2147484073"/>
            <pc:sldLayoutMk cId="3099624093" sldId="2147484074"/>
          </pc:sldLayoutMkLst>
        </pc:sldLayoutChg>
        <pc:sldLayoutChg chg="setBg">
          <pc:chgData name="Sidharth Gb" userId="9eb8319148ee24e5" providerId="LiveId" clId="{100B3C24-6A72-4872-B1A6-D7EAB798B4ED}" dt="2026-08-17T23:06:37.141" v="114"/>
          <pc:sldLayoutMkLst>
            <pc:docMk/>
            <pc:sldMasterMk cId="1359516107" sldId="2147484073"/>
            <pc:sldLayoutMk cId="3561891580" sldId="2147484076"/>
          </pc:sldLayoutMkLst>
        </pc:sldLayoutChg>
        <pc:sldLayoutChg chg="setBg">
          <pc:chgData name="Sidharth Gb" userId="9eb8319148ee24e5" providerId="LiveId" clId="{100B3C24-6A72-4872-B1A6-D7EAB798B4ED}" dt="2026-08-17T23:06:37.141" v="114"/>
          <pc:sldLayoutMkLst>
            <pc:docMk/>
            <pc:sldMasterMk cId="1359516107" sldId="2147484073"/>
            <pc:sldLayoutMk cId="2776634150" sldId="2147484077"/>
          </pc:sldLayoutMkLst>
        </pc:sldLayoutChg>
        <pc:sldLayoutChg chg="setBg">
          <pc:chgData name="Sidharth Gb" userId="9eb8319148ee24e5" providerId="LiveId" clId="{100B3C24-6A72-4872-B1A6-D7EAB798B4ED}" dt="2026-08-17T23:06:37.141" v="114"/>
          <pc:sldLayoutMkLst>
            <pc:docMk/>
            <pc:sldMasterMk cId="1359516107" sldId="2147484073"/>
            <pc:sldLayoutMk cId="2919153716" sldId="2147484078"/>
          </pc:sldLayoutMkLst>
        </pc:sldLayoutChg>
        <pc:sldLayoutChg chg="setBg">
          <pc:chgData name="Sidharth Gb" userId="9eb8319148ee24e5" providerId="LiveId" clId="{100B3C24-6A72-4872-B1A6-D7EAB798B4ED}" dt="2026-08-17T23:06:37.141" v="114"/>
          <pc:sldLayoutMkLst>
            <pc:docMk/>
            <pc:sldMasterMk cId="1359516107" sldId="2147484073"/>
            <pc:sldLayoutMk cId="65734053" sldId="2147484079"/>
          </pc:sldLayoutMkLst>
        </pc:sldLayoutChg>
        <pc:sldLayoutChg chg="setBg">
          <pc:chgData name="Sidharth Gb" userId="9eb8319148ee24e5" providerId="LiveId" clId="{100B3C24-6A72-4872-B1A6-D7EAB798B4ED}" dt="2026-08-17T23:06:37.141" v="114"/>
          <pc:sldLayoutMkLst>
            <pc:docMk/>
            <pc:sldMasterMk cId="1359516107" sldId="2147484073"/>
            <pc:sldLayoutMk cId="2088734431" sldId="2147484080"/>
          </pc:sldLayoutMkLst>
        </pc:sldLayoutChg>
        <pc:sldLayoutChg chg="setBg">
          <pc:chgData name="Sidharth Gb" userId="9eb8319148ee24e5" providerId="LiveId" clId="{100B3C24-6A72-4872-B1A6-D7EAB798B4ED}" dt="2026-08-17T23:06:37.141" v="114"/>
          <pc:sldLayoutMkLst>
            <pc:docMk/>
            <pc:sldMasterMk cId="1359516107" sldId="2147484073"/>
            <pc:sldLayoutMk cId="3956546823" sldId="2147484099"/>
          </pc:sldLayoutMkLst>
        </pc:sldLayoutChg>
        <pc:sldLayoutChg chg="setBg">
          <pc:chgData name="Sidharth Gb" userId="9eb8319148ee24e5" providerId="LiveId" clId="{100B3C24-6A72-4872-B1A6-D7EAB798B4ED}" dt="2026-08-17T23:06:37.141" v="114"/>
          <pc:sldLayoutMkLst>
            <pc:docMk/>
            <pc:sldMasterMk cId="1359516107" sldId="2147484073"/>
            <pc:sldLayoutMk cId="1855589767" sldId="2147484100"/>
          </pc:sldLayoutMkLst>
        </pc:sldLayoutChg>
        <pc:sldLayoutChg chg="del">
          <pc:chgData name="Sidharth Gb" userId="9eb8319148ee24e5" providerId="LiveId" clId="{100B3C24-6A72-4872-B1A6-D7EAB798B4ED}" dt="2026-08-17T23:06:16.011" v="109" actId="47"/>
          <pc:sldLayoutMkLst>
            <pc:docMk/>
            <pc:sldMasterMk cId="1359516107" sldId="2147484073"/>
            <pc:sldLayoutMk cId="1091906798" sldId="2147484101"/>
          </pc:sldLayoutMkLst>
        </pc:sldLayoutChg>
      </pc:sldMasterChg>
      <pc:sldMasterChg chg="del delSldLayout">
        <pc:chgData name="Sidharth Gb" userId="9eb8319148ee24e5" providerId="LiveId" clId="{100B3C24-6A72-4872-B1A6-D7EAB798B4ED}" dt="2026-08-17T23:07:14.502" v="117" actId="26606"/>
        <pc:sldMasterMkLst>
          <pc:docMk/>
          <pc:sldMasterMk cId="2240751531" sldId="2147484101"/>
        </pc:sldMasterMkLst>
        <pc:sldLayoutChg chg="del">
          <pc:chgData name="Sidharth Gb" userId="9eb8319148ee24e5" providerId="LiveId" clId="{100B3C24-6A72-4872-B1A6-D7EAB798B4ED}" dt="2026-08-17T23:07:14.502" v="117" actId="26606"/>
          <pc:sldLayoutMkLst>
            <pc:docMk/>
            <pc:sldMasterMk cId="2240751531" sldId="2147484101"/>
            <pc:sldLayoutMk cId="1457006781" sldId="2147484102"/>
          </pc:sldLayoutMkLst>
        </pc:sldLayoutChg>
        <pc:sldLayoutChg chg="del">
          <pc:chgData name="Sidharth Gb" userId="9eb8319148ee24e5" providerId="LiveId" clId="{100B3C24-6A72-4872-B1A6-D7EAB798B4ED}" dt="2026-08-17T23:07:14.502" v="117" actId="26606"/>
          <pc:sldLayoutMkLst>
            <pc:docMk/>
            <pc:sldMasterMk cId="2240751531" sldId="2147484101"/>
            <pc:sldLayoutMk cId="3632501331" sldId="2147484103"/>
          </pc:sldLayoutMkLst>
        </pc:sldLayoutChg>
        <pc:sldLayoutChg chg="del">
          <pc:chgData name="Sidharth Gb" userId="9eb8319148ee24e5" providerId="LiveId" clId="{100B3C24-6A72-4872-B1A6-D7EAB798B4ED}" dt="2026-08-17T23:07:14.502" v="117" actId="26606"/>
          <pc:sldLayoutMkLst>
            <pc:docMk/>
            <pc:sldMasterMk cId="2240751531" sldId="2147484101"/>
            <pc:sldLayoutMk cId="3814899835" sldId="2147484104"/>
          </pc:sldLayoutMkLst>
        </pc:sldLayoutChg>
        <pc:sldLayoutChg chg="del">
          <pc:chgData name="Sidharth Gb" userId="9eb8319148ee24e5" providerId="LiveId" clId="{100B3C24-6A72-4872-B1A6-D7EAB798B4ED}" dt="2026-08-17T23:07:14.502" v="117" actId="26606"/>
          <pc:sldLayoutMkLst>
            <pc:docMk/>
            <pc:sldMasterMk cId="2240751531" sldId="2147484101"/>
            <pc:sldLayoutMk cId="2584538046" sldId="2147484105"/>
          </pc:sldLayoutMkLst>
        </pc:sldLayoutChg>
        <pc:sldLayoutChg chg="del">
          <pc:chgData name="Sidharth Gb" userId="9eb8319148ee24e5" providerId="LiveId" clId="{100B3C24-6A72-4872-B1A6-D7EAB798B4ED}" dt="2026-08-17T23:07:14.502" v="117" actId="26606"/>
          <pc:sldLayoutMkLst>
            <pc:docMk/>
            <pc:sldMasterMk cId="2240751531" sldId="2147484101"/>
            <pc:sldLayoutMk cId="2105658994" sldId="2147484106"/>
          </pc:sldLayoutMkLst>
        </pc:sldLayoutChg>
        <pc:sldLayoutChg chg="del">
          <pc:chgData name="Sidharth Gb" userId="9eb8319148ee24e5" providerId="LiveId" clId="{100B3C24-6A72-4872-B1A6-D7EAB798B4ED}" dt="2026-08-17T23:07:14.502" v="117" actId="26606"/>
          <pc:sldLayoutMkLst>
            <pc:docMk/>
            <pc:sldMasterMk cId="2240751531" sldId="2147484101"/>
            <pc:sldLayoutMk cId="584115758" sldId="2147484107"/>
          </pc:sldLayoutMkLst>
        </pc:sldLayoutChg>
        <pc:sldLayoutChg chg="del">
          <pc:chgData name="Sidharth Gb" userId="9eb8319148ee24e5" providerId="LiveId" clId="{100B3C24-6A72-4872-B1A6-D7EAB798B4ED}" dt="2026-08-17T23:07:14.502" v="117" actId="26606"/>
          <pc:sldLayoutMkLst>
            <pc:docMk/>
            <pc:sldMasterMk cId="2240751531" sldId="2147484101"/>
            <pc:sldLayoutMk cId="2877477988" sldId="2147484108"/>
          </pc:sldLayoutMkLst>
        </pc:sldLayoutChg>
        <pc:sldLayoutChg chg="del">
          <pc:chgData name="Sidharth Gb" userId="9eb8319148ee24e5" providerId="LiveId" clId="{100B3C24-6A72-4872-B1A6-D7EAB798B4ED}" dt="2026-08-17T23:07:14.502" v="117" actId="26606"/>
          <pc:sldLayoutMkLst>
            <pc:docMk/>
            <pc:sldMasterMk cId="2240751531" sldId="2147484101"/>
            <pc:sldLayoutMk cId="4047166779" sldId="2147484109"/>
          </pc:sldLayoutMkLst>
        </pc:sldLayoutChg>
        <pc:sldLayoutChg chg="del">
          <pc:chgData name="Sidharth Gb" userId="9eb8319148ee24e5" providerId="LiveId" clId="{100B3C24-6A72-4872-B1A6-D7EAB798B4ED}" dt="2026-08-17T23:07:14.502" v="117" actId="26606"/>
          <pc:sldLayoutMkLst>
            <pc:docMk/>
            <pc:sldMasterMk cId="2240751531" sldId="2147484101"/>
            <pc:sldLayoutMk cId="1772936526" sldId="2147484110"/>
          </pc:sldLayoutMkLst>
        </pc:sldLayoutChg>
        <pc:sldLayoutChg chg="del">
          <pc:chgData name="Sidharth Gb" userId="9eb8319148ee24e5" providerId="LiveId" clId="{100B3C24-6A72-4872-B1A6-D7EAB798B4ED}" dt="2026-08-17T23:07:14.502" v="117" actId="26606"/>
          <pc:sldLayoutMkLst>
            <pc:docMk/>
            <pc:sldMasterMk cId="2240751531" sldId="2147484101"/>
            <pc:sldLayoutMk cId="3971605153" sldId="2147484111"/>
          </pc:sldLayoutMkLst>
        </pc:sldLayoutChg>
        <pc:sldLayoutChg chg="del">
          <pc:chgData name="Sidharth Gb" userId="9eb8319148ee24e5" providerId="LiveId" clId="{100B3C24-6A72-4872-B1A6-D7EAB798B4ED}" dt="2026-08-17T23:07:14.502" v="117" actId="26606"/>
          <pc:sldLayoutMkLst>
            <pc:docMk/>
            <pc:sldMasterMk cId="2240751531" sldId="2147484101"/>
            <pc:sldLayoutMk cId="468937378" sldId="2147484112"/>
          </pc:sldLayoutMkLst>
        </pc:sldLayoutChg>
        <pc:sldLayoutChg chg="del">
          <pc:chgData name="Sidharth Gb" userId="9eb8319148ee24e5" providerId="LiveId" clId="{100B3C24-6A72-4872-B1A6-D7EAB798B4ED}" dt="2026-08-17T23:07:14.502" v="117" actId="26606"/>
          <pc:sldLayoutMkLst>
            <pc:docMk/>
            <pc:sldMasterMk cId="2240751531" sldId="2147484101"/>
            <pc:sldLayoutMk cId="1367391151" sldId="2147484113"/>
          </pc:sldLayoutMkLst>
        </pc:sldLayoutChg>
      </pc:sldMasterChg>
      <pc:sldMasterChg chg="add setBg addSldLayout">
        <pc:chgData name="Sidharth Gb" userId="9eb8319148ee24e5" providerId="LiveId" clId="{100B3C24-6A72-4872-B1A6-D7EAB798B4ED}" dt="2026-08-17T23:21:31.804" v="319"/>
        <pc:sldMasterMkLst>
          <pc:docMk/>
          <pc:sldMasterMk cId="544844000" sldId="2147484223"/>
        </pc:sldMasterMkLst>
        <pc:sldLayoutChg chg="add">
          <pc:chgData name="Sidharth Gb" userId="9eb8319148ee24e5" providerId="LiveId" clId="{100B3C24-6A72-4872-B1A6-D7EAB798B4ED}" dt="2026-08-17T23:07:14.502" v="117" actId="26606"/>
          <pc:sldLayoutMkLst>
            <pc:docMk/>
            <pc:sldMasterMk cId="544844000" sldId="2147484223"/>
            <pc:sldLayoutMk cId="544398929" sldId="2147484211"/>
          </pc:sldLayoutMkLst>
        </pc:sldLayoutChg>
        <pc:sldLayoutChg chg="add">
          <pc:chgData name="Sidharth Gb" userId="9eb8319148ee24e5" providerId="LiveId" clId="{100B3C24-6A72-4872-B1A6-D7EAB798B4ED}" dt="2026-08-17T23:07:14.502" v="117" actId="26606"/>
          <pc:sldLayoutMkLst>
            <pc:docMk/>
            <pc:sldMasterMk cId="544844000" sldId="2147484223"/>
            <pc:sldLayoutMk cId="3006351872" sldId="2147484212"/>
          </pc:sldLayoutMkLst>
        </pc:sldLayoutChg>
        <pc:sldLayoutChg chg="add">
          <pc:chgData name="Sidharth Gb" userId="9eb8319148ee24e5" providerId="LiveId" clId="{100B3C24-6A72-4872-B1A6-D7EAB798B4ED}" dt="2026-08-17T23:07:14.502" v="117" actId="26606"/>
          <pc:sldLayoutMkLst>
            <pc:docMk/>
            <pc:sldMasterMk cId="544844000" sldId="2147484223"/>
            <pc:sldLayoutMk cId="1228483067" sldId="2147484213"/>
          </pc:sldLayoutMkLst>
        </pc:sldLayoutChg>
        <pc:sldLayoutChg chg="add">
          <pc:chgData name="Sidharth Gb" userId="9eb8319148ee24e5" providerId="LiveId" clId="{100B3C24-6A72-4872-B1A6-D7EAB798B4ED}" dt="2026-08-17T23:07:14.502" v="117" actId="26606"/>
          <pc:sldLayoutMkLst>
            <pc:docMk/>
            <pc:sldMasterMk cId="544844000" sldId="2147484223"/>
            <pc:sldLayoutMk cId="2873122540" sldId="2147484214"/>
          </pc:sldLayoutMkLst>
        </pc:sldLayoutChg>
        <pc:sldLayoutChg chg="add">
          <pc:chgData name="Sidharth Gb" userId="9eb8319148ee24e5" providerId="LiveId" clId="{100B3C24-6A72-4872-B1A6-D7EAB798B4ED}" dt="2026-08-17T23:07:14.502" v="117" actId="26606"/>
          <pc:sldLayoutMkLst>
            <pc:docMk/>
            <pc:sldMasterMk cId="544844000" sldId="2147484223"/>
            <pc:sldLayoutMk cId="606179463" sldId="2147484215"/>
          </pc:sldLayoutMkLst>
        </pc:sldLayoutChg>
        <pc:sldLayoutChg chg="add">
          <pc:chgData name="Sidharth Gb" userId="9eb8319148ee24e5" providerId="LiveId" clId="{100B3C24-6A72-4872-B1A6-D7EAB798B4ED}" dt="2026-08-17T23:07:14.502" v="117" actId="26606"/>
          <pc:sldLayoutMkLst>
            <pc:docMk/>
            <pc:sldMasterMk cId="544844000" sldId="2147484223"/>
            <pc:sldLayoutMk cId="2635323594" sldId="2147484216"/>
          </pc:sldLayoutMkLst>
        </pc:sldLayoutChg>
        <pc:sldLayoutChg chg="add">
          <pc:chgData name="Sidharth Gb" userId="9eb8319148ee24e5" providerId="LiveId" clId="{100B3C24-6A72-4872-B1A6-D7EAB798B4ED}" dt="2026-08-17T23:07:14.502" v="117" actId="26606"/>
          <pc:sldLayoutMkLst>
            <pc:docMk/>
            <pc:sldMasterMk cId="544844000" sldId="2147484223"/>
            <pc:sldLayoutMk cId="933877822" sldId="2147484217"/>
          </pc:sldLayoutMkLst>
        </pc:sldLayoutChg>
        <pc:sldLayoutChg chg="add">
          <pc:chgData name="Sidharth Gb" userId="9eb8319148ee24e5" providerId="LiveId" clId="{100B3C24-6A72-4872-B1A6-D7EAB798B4ED}" dt="2026-08-17T23:07:14.502" v="117" actId="26606"/>
          <pc:sldLayoutMkLst>
            <pc:docMk/>
            <pc:sldMasterMk cId="544844000" sldId="2147484223"/>
            <pc:sldLayoutMk cId="152775574" sldId="2147484218"/>
          </pc:sldLayoutMkLst>
        </pc:sldLayoutChg>
        <pc:sldLayoutChg chg="add">
          <pc:chgData name="Sidharth Gb" userId="9eb8319148ee24e5" providerId="LiveId" clId="{100B3C24-6A72-4872-B1A6-D7EAB798B4ED}" dt="2026-08-17T23:07:14.502" v="117" actId="26606"/>
          <pc:sldLayoutMkLst>
            <pc:docMk/>
            <pc:sldMasterMk cId="544844000" sldId="2147484223"/>
            <pc:sldLayoutMk cId="453767378" sldId="2147484219"/>
          </pc:sldLayoutMkLst>
        </pc:sldLayoutChg>
        <pc:sldLayoutChg chg="add">
          <pc:chgData name="Sidharth Gb" userId="9eb8319148ee24e5" providerId="LiveId" clId="{100B3C24-6A72-4872-B1A6-D7EAB798B4ED}" dt="2026-08-17T23:07:14.502" v="117" actId="26606"/>
          <pc:sldLayoutMkLst>
            <pc:docMk/>
            <pc:sldMasterMk cId="544844000" sldId="2147484223"/>
            <pc:sldLayoutMk cId="4287209926" sldId="2147484220"/>
          </pc:sldLayoutMkLst>
        </pc:sldLayoutChg>
        <pc:sldLayoutChg chg="add">
          <pc:chgData name="Sidharth Gb" userId="9eb8319148ee24e5" providerId="LiveId" clId="{100B3C24-6A72-4872-B1A6-D7EAB798B4ED}" dt="2026-08-17T23:07:14.502" v="117" actId="26606"/>
          <pc:sldLayoutMkLst>
            <pc:docMk/>
            <pc:sldMasterMk cId="544844000" sldId="2147484223"/>
            <pc:sldLayoutMk cId="1764272301" sldId="2147484221"/>
          </pc:sldLayoutMkLst>
        </pc:sldLayoutChg>
        <pc:sldLayoutChg chg="add">
          <pc:chgData name="Sidharth Gb" userId="9eb8319148ee24e5" providerId="LiveId" clId="{100B3C24-6A72-4872-B1A6-D7EAB798B4ED}" dt="2026-08-17T23:07:14.502" v="117" actId="26606"/>
          <pc:sldLayoutMkLst>
            <pc:docMk/>
            <pc:sldMasterMk cId="544844000" sldId="2147484223"/>
            <pc:sldLayoutMk cId="2246955134" sldId="2147484222"/>
          </pc:sldLayoutMkLst>
        </pc:sldLayoutChg>
      </pc:sldMaster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 Id="rId5" Type="http://schemas.openxmlformats.org/officeDocument/2006/relationships/image" Target="../media/image8.svg"/><Relationship Id="rId4" Type="http://schemas.openxmlformats.org/officeDocument/2006/relationships/image" Target="../media/image7.svg"/></Relationships>
</file>

<file path=ppt/diagrams/_rels/data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image" Target="../media/image10.svg"/><Relationship Id="rId4" Type="http://schemas.openxmlformats.org/officeDocument/2006/relationships/image" Target="../media/image13.svg"/></Relationships>
</file>

<file path=ppt/diagrams/_rels/drawing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 Id="rId5" Type="http://schemas.openxmlformats.org/officeDocument/2006/relationships/image" Target="../media/image8.svg"/><Relationship Id="rId4" Type="http://schemas.openxmlformats.org/officeDocument/2006/relationships/image" Target="../media/image7.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image" Target="../media/image10.svg"/><Relationship Id="rId4" Type="http://schemas.openxmlformats.org/officeDocument/2006/relationships/image" Target="../media/image13.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FFB7B64-2B14-4849-B238-14AE450AE8C2}" type="doc">
      <dgm:prSet loTypeId="urn:microsoft.com/office/officeart/2005/8/layout/bProcess4" loCatId="process" qsTypeId="urn:microsoft.com/office/officeart/2005/8/quickstyle/simple1" qsCatId="simple" csTypeId="urn:microsoft.com/office/officeart/2005/8/colors/accent1_2" csCatId="accent1" phldr="1"/>
      <dgm:spPr/>
      <dgm:t>
        <a:bodyPr/>
        <a:lstStyle/>
        <a:p>
          <a:endParaRPr lang="en-US"/>
        </a:p>
      </dgm:t>
    </dgm:pt>
    <dgm:pt modelId="{AD0E474C-6D28-4717-A546-7B57D80DCDD9}">
      <dgm:prSet/>
      <dgm:spPr/>
      <dgm:t>
        <a:bodyPr/>
        <a:lstStyle/>
        <a:p>
          <a:r>
            <a:rPr lang="en-IN" dirty="0"/>
            <a:t>Introduction</a:t>
          </a:r>
          <a:endParaRPr lang="en-US" dirty="0"/>
        </a:p>
      </dgm:t>
    </dgm:pt>
    <dgm:pt modelId="{BE0037C7-E758-4426-BA47-9844E992742B}" type="parTrans" cxnId="{590FA5C2-32DC-434A-BA62-ACD613599F4C}">
      <dgm:prSet/>
      <dgm:spPr/>
      <dgm:t>
        <a:bodyPr/>
        <a:lstStyle/>
        <a:p>
          <a:endParaRPr lang="en-US"/>
        </a:p>
      </dgm:t>
    </dgm:pt>
    <dgm:pt modelId="{71C4D050-DA93-45CD-8F73-0C9A49344074}" type="sibTrans" cxnId="{590FA5C2-32DC-434A-BA62-ACD613599F4C}">
      <dgm:prSet/>
      <dgm:spPr/>
      <dgm:t>
        <a:bodyPr/>
        <a:lstStyle/>
        <a:p>
          <a:endParaRPr lang="en-US"/>
        </a:p>
      </dgm:t>
    </dgm:pt>
    <dgm:pt modelId="{5DB7B23A-3BF5-4DA9-A4EC-2ABFE0761533}">
      <dgm:prSet/>
      <dgm:spPr/>
      <dgm:t>
        <a:bodyPr/>
        <a:lstStyle/>
        <a:p>
          <a:r>
            <a:rPr lang="en-IN"/>
            <a:t>Literature</a:t>
          </a:r>
          <a:endParaRPr lang="en-US"/>
        </a:p>
      </dgm:t>
    </dgm:pt>
    <dgm:pt modelId="{58656452-3152-44CC-8897-C1CC99DE02EE}" type="parTrans" cxnId="{14A77EC8-233F-48F1-95A4-C6A26F6488C7}">
      <dgm:prSet/>
      <dgm:spPr/>
      <dgm:t>
        <a:bodyPr/>
        <a:lstStyle/>
        <a:p>
          <a:endParaRPr lang="en-US"/>
        </a:p>
      </dgm:t>
    </dgm:pt>
    <dgm:pt modelId="{0F1C7E53-7EDE-4704-953F-1E07F52F0B7E}" type="sibTrans" cxnId="{14A77EC8-233F-48F1-95A4-C6A26F6488C7}">
      <dgm:prSet/>
      <dgm:spPr/>
      <dgm:t>
        <a:bodyPr/>
        <a:lstStyle/>
        <a:p>
          <a:endParaRPr lang="en-US"/>
        </a:p>
      </dgm:t>
    </dgm:pt>
    <dgm:pt modelId="{4476D901-51A0-4061-AF1A-BD7E671E3027}">
      <dgm:prSet/>
      <dgm:spPr/>
      <dgm:t>
        <a:bodyPr/>
        <a:lstStyle/>
        <a:p>
          <a:r>
            <a:rPr lang="en-IN"/>
            <a:t>Architecture</a:t>
          </a:r>
          <a:endParaRPr lang="en-US"/>
        </a:p>
      </dgm:t>
    </dgm:pt>
    <dgm:pt modelId="{BD85BB2D-8D71-489D-85B2-AF78AED5A636}" type="parTrans" cxnId="{F87BA16E-1B74-4AF3-9286-79B22E81AD01}">
      <dgm:prSet/>
      <dgm:spPr/>
      <dgm:t>
        <a:bodyPr/>
        <a:lstStyle/>
        <a:p>
          <a:endParaRPr lang="en-US"/>
        </a:p>
      </dgm:t>
    </dgm:pt>
    <dgm:pt modelId="{91521DFC-B09B-46A3-8241-631F7FFB0F94}" type="sibTrans" cxnId="{F87BA16E-1B74-4AF3-9286-79B22E81AD01}">
      <dgm:prSet/>
      <dgm:spPr/>
      <dgm:t>
        <a:bodyPr/>
        <a:lstStyle/>
        <a:p>
          <a:endParaRPr lang="en-US"/>
        </a:p>
      </dgm:t>
    </dgm:pt>
    <dgm:pt modelId="{25005F48-4E46-4D4B-B68D-8C9FC6B8D62A}">
      <dgm:prSet/>
      <dgm:spPr/>
      <dgm:t>
        <a:bodyPr/>
        <a:lstStyle/>
        <a:p>
          <a:r>
            <a:rPr lang="en-IN"/>
            <a:t>Experiment</a:t>
          </a:r>
          <a:endParaRPr lang="en-US"/>
        </a:p>
      </dgm:t>
    </dgm:pt>
    <dgm:pt modelId="{EAC26121-C899-4436-822E-11C838D851C4}" type="parTrans" cxnId="{23E246F4-20C1-45B3-B5FF-BA6F7009DFD0}">
      <dgm:prSet/>
      <dgm:spPr/>
      <dgm:t>
        <a:bodyPr/>
        <a:lstStyle/>
        <a:p>
          <a:endParaRPr lang="en-US"/>
        </a:p>
      </dgm:t>
    </dgm:pt>
    <dgm:pt modelId="{CC2705F3-EC1E-4D8D-86C2-6ED4E40FD0EB}" type="sibTrans" cxnId="{23E246F4-20C1-45B3-B5FF-BA6F7009DFD0}">
      <dgm:prSet/>
      <dgm:spPr/>
      <dgm:t>
        <a:bodyPr/>
        <a:lstStyle/>
        <a:p>
          <a:endParaRPr lang="en-US"/>
        </a:p>
      </dgm:t>
    </dgm:pt>
    <dgm:pt modelId="{E8B63300-7198-423D-8AAB-7EB95422ED72}">
      <dgm:prSet/>
      <dgm:spPr/>
      <dgm:t>
        <a:bodyPr/>
        <a:lstStyle/>
        <a:p>
          <a:r>
            <a:rPr lang="en-IN"/>
            <a:t>Demonstration</a:t>
          </a:r>
          <a:endParaRPr lang="en-US"/>
        </a:p>
      </dgm:t>
    </dgm:pt>
    <dgm:pt modelId="{481D3B95-3291-4CCD-9535-851914A0BB04}" type="parTrans" cxnId="{DC183BF4-7991-42C7-A99D-3FD94A3DCF02}">
      <dgm:prSet/>
      <dgm:spPr/>
      <dgm:t>
        <a:bodyPr/>
        <a:lstStyle/>
        <a:p>
          <a:endParaRPr lang="en-US"/>
        </a:p>
      </dgm:t>
    </dgm:pt>
    <dgm:pt modelId="{1D15AB3E-E65C-4BE4-BF57-623115CFE25F}" type="sibTrans" cxnId="{DC183BF4-7991-42C7-A99D-3FD94A3DCF02}">
      <dgm:prSet/>
      <dgm:spPr/>
      <dgm:t>
        <a:bodyPr/>
        <a:lstStyle/>
        <a:p>
          <a:endParaRPr lang="en-US"/>
        </a:p>
      </dgm:t>
    </dgm:pt>
    <dgm:pt modelId="{3E1B6651-1055-48EC-8ECF-23D23FB21310}">
      <dgm:prSet/>
      <dgm:spPr/>
      <dgm:t>
        <a:bodyPr/>
        <a:lstStyle/>
        <a:p>
          <a:r>
            <a:rPr lang="en-IN" dirty="0"/>
            <a:t>Results &amp; Findings</a:t>
          </a:r>
          <a:endParaRPr lang="en-US" dirty="0"/>
        </a:p>
      </dgm:t>
    </dgm:pt>
    <dgm:pt modelId="{E2AD3D21-4C4A-4A58-BB4E-522F325C4332}" type="parTrans" cxnId="{721D7BBC-2994-4F40-B355-C6E831CC2E84}">
      <dgm:prSet/>
      <dgm:spPr/>
      <dgm:t>
        <a:bodyPr/>
        <a:lstStyle/>
        <a:p>
          <a:endParaRPr lang="en-US"/>
        </a:p>
      </dgm:t>
    </dgm:pt>
    <dgm:pt modelId="{897CB366-D1CB-4803-96CA-CCE3A75445AC}" type="sibTrans" cxnId="{721D7BBC-2994-4F40-B355-C6E831CC2E84}">
      <dgm:prSet/>
      <dgm:spPr/>
      <dgm:t>
        <a:bodyPr/>
        <a:lstStyle/>
        <a:p>
          <a:endParaRPr lang="en-US"/>
        </a:p>
      </dgm:t>
    </dgm:pt>
    <dgm:pt modelId="{3596BA26-ECC5-4AAE-8D04-6E8DB20E6829}">
      <dgm:prSet/>
      <dgm:spPr/>
      <dgm:t>
        <a:bodyPr/>
        <a:lstStyle/>
        <a:p>
          <a:r>
            <a:rPr lang="en-IN"/>
            <a:t>Limitations</a:t>
          </a:r>
          <a:endParaRPr lang="en-US"/>
        </a:p>
      </dgm:t>
    </dgm:pt>
    <dgm:pt modelId="{53F28285-82B0-49CA-B500-BEA7817E4C33}" type="parTrans" cxnId="{1FB75927-D664-4E8E-A4DF-1D565B7BB277}">
      <dgm:prSet/>
      <dgm:spPr/>
      <dgm:t>
        <a:bodyPr/>
        <a:lstStyle/>
        <a:p>
          <a:endParaRPr lang="en-US"/>
        </a:p>
      </dgm:t>
    </dgm:pt>
    <dgm:pt modelId="{276BEA8C-BA25-4903-B127-3A7CCD391262}" type="sibTrans" cxnId="{1FB75927-D664-4E8E-A4DF-1D565B7BB277}">
      <dgm:prSet/>
      <dgm:spPr/>
      <dgm:t>
        <a:bodyPr/>
        <a:lstStyle/>
        <a:p>
          <a:endParaRPr lang="en-US"/>
        </a:p>
      </dgm:t>
    </dgm:pt>
    <dgm:pt modelId="{A373070B-FC03-495D-885F-3CC9E7DF662D}">
      <dgm:prSet/>
      <dgm:spPr/>
      <dgm:t>
        <a:bodyPr/>
        <a:lstStyle/>
        <a:p>
          <a:r>
            <a:rPr lang="en-IN"/>
            <a:t>Conclusion</a:t>
          </a:r>
          <a:endParaRPr lang="en-US"/>
        </a:p>
      </dgm:t>
    </dgm:pt>
    <dgm:pt modelId="{05013478-6AAB-4300-A810-139D4B2A965E}" type="parTrans" cxnId="{7D504B17-94DD-4988-8C2D-D5F909816CAD}">
      <dgm:prSet/>
      <dgm:spPr/>
      <dgm:t>
        <a:bodyPr/>
        <a:lstStyle/>
        <a:p>
          <a:endParaRPr lang="en-US"/>
        </a:p>
      </dgm:t>
    </dgm:pt>
    <dgm:pt modelId="{B4FE107E-DCB1-4606-AE62-F223E0B5782B}" type="sibTrans" cxnId="{7D504B17-94DD-4988-8C2D-D5F909816CAD}">
      <dgm:prSet/>
      <dgm:spPr/>
      <dgm:t>
        <a:bodyPr/>
        <a:lstStyle/>
        <a:p>
          <a:endParaRPr lang="en-US"/>
        </a:p>
      </dgm:t>
    </dgm:pt>
    <dgm:pt modelId="{2943EC3D-F400-49AB-829B-BDD1DE86908B}">
      <dgm:prSet/>
      <dgm:spPr/>
      <dgm:t>
        <a:bodyPr/>
        <a:lstStyle/>
        <a:p>
          <a:r>
            <a:rPr lang="en-IN"/>
            <a:t>Future Work</a:t>
          </a:r>
          <a:endParaRPr lang="en-US"/>
        </a:p>
      </dgm:t>
    </dgm:pt>
    <dgm:pt modelId="{51E82C71-EEDE-4FB8-9621-4A665B4A1B7E}" type="parTrans" cxnId="{0A0D4280-EE2B-4F70-AF1E-0BEB0E84D962}">
      <dgm:prSet/>
      <dgm:spPr/>
      <dgm:t>
        <a:bodyPr/>
        <a:lstStyle/>
        <a:p>
          <a:endParaRPr lang="en-US"/>
        </a:p>
      </dgm:t>
    </dgm:pt>
    <dgm:pt modelId="{69D451EE-31B0-4CD0-8773-3C3F380F1A7C}" type="sibTrans" cxnId="{0A0D4280-EE2B-4F70-AF1E-0BEB0E84D962}">
      <dgm:prSet/>
      <dgm:spPr/>
      <dgm:t>
        <a:bodyPr/>
        <a:lstStyle/>
        <a:p>
          <a:endParaRPr lang="en-US"/>
        </a:p>
      </dgm:t>
    </dgm:pt>
    <dgm:pt modelId="{E452C468-C45F-4569-B96F-D3E9724FDA66}" type="pres">
      <dgm:prSet presAssocID="{EFFB7B64-2B14-4849-B238-14AE450AE8C2}" presName="Name0" presStyleCnt="0">
        <dgm:presLayoutVars>
          <dgm:dir/>
          <dgm:resizeHandles/>
        </dgm:presLayoutVars>
      </dgm:prSet>
      <dgm:spPr/>
    </dgm:pt>
    <dgm:pt modelId="{8DD1DEA9-F49D-46AA-8B38-F651FE9FABD9}" type="pres">
      <dgm:prSet presAssocID="{AD0E474C-6D28-4717-A546-7B57D80DCDD9}" presName="compNode" presStyleCnt="0"/>
      <dgm:spPr/>
    </dgm:pt>
    <dgm:pt modelId="{7C0F6B67-45E7-4127-9D23-CC89790B9551}" type="pres">
      <dgm:prSet presAssocID="{AD0E474C-6D28-4717-A546-7B57D80DCDD9}" presName="dummyConnPt" presStyleCnt="0"/>
      <dgm:spPr/>
    </dgm:pt>
    <dgm:pt modelId="{9AA40A40-EC73-457C-9FEF-94941C43B08C}" type="pres">
      <dgm:prSet presAssocID="{AD0E474C-6D28-4717-A546-7B57D80DCDD9}" presName="node" presStyleLbl="node1" presStyleIdx="0" presStyleCnt="9">
        <dgm:presLayoutVars>
          <dgm:bulletEnabled val="1"/>
        </dgm:presLayoutVars>
      </dgm:prSet>
      <dgm:spPr/>
    </dgm:pt>
    <dgm:pt modelId="{C5DC3FB6-1550-47D3-BA43-685AF6C1148E}" type="pres">
      <dgm:prSet presAssocID="{71C4D050-DA93-45CD-8F73-0C9A49344074}" presName="sibTrans" presStyleLbl="bgSibTrans2D1" presStyleIdx="0" presStyleCnt="8"/>
      <dgm:spPr/>
    </dgm:pt>
    <dgm:pt modelId="{D771A798-0B6E-4AEA-B9E0-2ABC5B528CD9}" type="pres">
      <dgm:prSet presAssocID="{5DB7B23A-3BF5-4DA9-A4EC-2ABFE0761533}" presName="compNode" presStyleCnt="0"/>
      <dgm:spPr/>
    </dgm:pt>
    <dgm:pt modelId="{F783BF7E-7B8D-4339-8472-AC77C99311B7}" type="pres">
      <dgm:prSet presAssocID="{5DB7B23A-3BF5-4DA9-A4EC-2ABFE0761533}" presName="dummyConnPt" presStyleCnt="0"/>
      <dgm:spPr/>
    </dgm:pt>
    <dgm:pt modelId="{83485DA4-644C-4EC1-B557-8B82A9162F5E}" type="pres">
      <dgm:prSet presAssocID="{5DB7B23A-3BF5-4DA9-A4EC-2ABFE0761533}" presName="node" presStyleLbl="node1" presStyleIdx="1" presStyleCnt="9">
        <dgm:presLayoutVars>
          <dgm:bulletEnabled val="1"/>
        </dgm:presLayoutVars>
      </dgm:prSet>
      <dgm:spPr/>
    </dgm:pt>
    <dgm:pt modelId="{C420376F-8D34-481A-AA3A-7AE3F41071A2}" type="pres">
      <dgm:prSet presAssocID="{0F1C7E53-7EDE-4704-953F-1E07F52F0B7E}" presName="sibTrans" presStyleLbl="bgSibTrans2D1" presStyleIdx="1" presStyleCnt="8"/>
      <dgm:spPr/>
    </dgm:pt>
    <dgm:pt modelId="{2E7D845C-4DFA-4871-B432-8607E9CEB660}" type="pres">
      <dgm:prSet presAssocID="{4476D901-51A0-4061-AF1A-BD7E671E3027}" presName="compNode" presStyleCnt="0"/>
      <dgm:spPr/>
    </dgm:pt>
    <dgm:pt modelId="{E0333A45-4F33-4832-B73A-37B62754A2A4}" type="pres">
      <dgm:prSet presAssocID="{4476D901-51A0-4061-AF1A-BD7E671E3027}" presName="dummyConnPt" presStyleCnt="0"/>
      <dgm:spPr/>
    </dgm:pt>
    <dgm:pt modelId="{05F273C9-6D85-4868-9020-868CDAD4ED8B}" type="pres">
      <dgm:prSet presAssocID="{4476D901-51A0-4061-AF1A-BD7E671E3027}" presName="node" presStyleLbl="node1" presStyleIdx="2" presStyleCnt="9">
        <dgm:presLayoutVars>
          <dgm:bulletEnabled val="1"/>
        </dgm:presLayoutVars>
      </dgm:prSet>
      <dgm:spPr/>
    </dgm:pt>
    <dgm:pt modelId="{A2CEF96B-3912-4944-B599-9DA60EF6A3D5}" type="pres">
      <dgm:prSet presAssocID="{91521DFC-B09B-46A3-8241-631F7FFB0F94}" presName="sibTrans" presStyleLbl="bgSibTrans2D1" presStyleIdx="2" presStyleCnt="8"/>
      <dgm:spPr/>
    </dgm:pt>
    <dgm:pt modelId="{E4D03236-3B58-4BD9-B9AB-9B441AC21B15}" type="pres">
      <dgm:prSet presAssocID="{25005F48-4E46-4D4B-B68D-8C9FC6B8D62A}" presName="compNode" presStyleCnt="0"/>
      <dgm:spPr/>
    </dgm:pt>
    <dgm:pt modelId="{B8A79D17-FDB9-4EDE-AF63-DBA97B2B6025}" type="pres">
      <dgm:prSet presAssocID="{25005F48-4E46-4D4B-B68D-8C9FC6B8D62A}" presName="dummyConnPt" presStyleCnt="0"/>
      <dgm:spPr/>
    </dgm:pt>
    <dgm:pt modelId="{2AE58C63-AE42-4713-92F6-F9C718EE2D6C}" type="pres">
      <dgm:prSet presAssocID="{25005F48-4E46-4D4B-B68D-8C9FC6B8D62A}" presName="node" presStyleLbl="node1" presStyleIdx="3" presStyleCnt="9">
        <dgm:presLayoutVars>
          <dgm:bulletEnabled val="1"/>
        </dgm:presLayoutVars>
      </dgm:prSet>
      <dgm:spPr/>
    </dgm:pt>
    <dgm:pt modelId="{378A7F8A-74D7-4B49-930B-B61C4DE554BF}" type="pres">
      <dgm:prSet presAssocID="{CC2705F3-EC1E-4D8D-86C2-6ED4E40FD0EB}" presName="sibTrans" presStyleLbl="bgSibTrans2D1" presStyleIdx="3" presStyleCnt="8"/>
      <dgm:spPr/>
    </dgm:pt>
    <dgm:pt modelId="{707E5062-DDC0-480F-895A-821A6D6F6694}" type="pres">
      <dgm:prSet presAssocID="{E8B63300-7198-423D-8AAB-7EB95422ED72}" presName="compNode" presStyleCnt="0"/>
      <dgm:spPr/>
    </dgm:pt>
    <dgm:pt modelId="{9112802B-7ACF-4BC0-B8B3-200CFED3449A}" type="pres">
      <dgm:prSet presAssocID="{E8B63300-7198-423D-8AAB-7EB95422ED72}" presName="dummyConnPt" presStyleCnt="0"/>
      <dgm:spPr/>
    </dgm:pt>
    <dgm:pt modelId="{EEED65DF-9F9B-4682-A886-81DC83E36691}" type="pres">
      <dgm:prSet presAssocID="{E8B63300-7198-423D-8AAB-7EB95422ED72}" presName="node" presStyleLbl="node1" presStyleIdx="4" presStyleCnt="9">
        <dgm:presLayoutVars>
          <dgm:bulletEnabled val="1"/>
        </dgm:presLayoutVars>
      </dgm:prSet>
      <dgm:spPr/>
    </dgm:pt>
    <dgm:pt modelId="{AC94312B-3652-47A1-B5B1-2B7136B651B6}" type="pres">
      <dgm:prSet presAssocID="{1D15AB3E-E65C-4BE4-BF57-623115CFE25F}" presName="sibTrans" presStyleLbl="bgSibTrans2D1" presStyleIdx="4" presStyleCnt="8"/>
      <dgm:spPr/>
    </dgm:pt>
    <dgm:pt modelId="{6B04FEFB-F23D-40C1-9DE2-0EC9878A5155}" type="pres">
      <dgm:prSet presAssocID="{3E1B6651-1055-48EC-8ECF-23D23FB21310}" presName="compNode" presStyleCnt="0"/>
      <dgm:spPr/>
    </dgm:pt>
    <dgm:pt modelId="{9ABE1302-8551-495A-8E71-1600E92239F1}" type="pres">
      <dgm:prSet presAssocID="{3E1B6651-1055-48EC-8ECF-23D23FB21310}" presName="dummyConnPt" presStyleCnt="0"/>
      <dgm:spPr/>
    </dgm:pt>
    <dgm:pt modelId="{C6B3B8F3-DCEC-41EA-BE45-4DFEDE55EB71}" type="pres">
      <dgm:prSet presAssocID="{3E1B6651-1055-48EC-8ECF-23D23FB21310}" presName="node" presStyleLbl="node1" presStyleIdx="5" presStyleCnt="9">
        <dgm:presLayoutVars>
          <dgm:bulletEnabled val="1"/>
        </dgm:presLayoutVars>
      </dgm:prSet>
      <dgm:spPr/>
    </dgm:pt>
    <dgm:pt modelId="{96E61614-6B89-4887-8594-1ABFF86C63FB}" type="pres">
      <dgm:prSet presAssocID="{897CB366-D1CB-4803-96CA-CCE3A75445AC}" presName="sibTrans" presStyleLbl="bgSibTrans2D1" presStyleIdx="5" presStyleCnt="8"/>
      <dgm:spPr/>
    </dgm:pt>
    <dgm:pt modelId="{EED0EEEF-DBA6-4A9A-92FD-59EDB0312066}" type="pres">
      <dgm:prSet presAssocID="{3596BA26-ECC5-4AAE-8D04-6E8DB20E6829}" presName="compNode" presStyleCnt="0"/>
      <dgm:spPr/>
    </dgm:pt>
    <dgm:pt modelId="{C4C71FB4-73B3-440E-BB0E-8AF27C56C070}" type="pres">
      <dgm:prSet presAssocID="{3596BA26-ECC5-4AAE-8D04-6E8DB20E6829}" presName="dummyConnPt" presStyleCnt="0"/>
      <dgm:spPr/>
    </dgm:pt>
    <dgm:pt modelId="{5524D6AE-CA9D-4449-AAC3-A7BC14F809FC}" type="pres">
      <dgm:prSet presAssocID="{3596BA26-ECC5-4AAE-8D04-6E8DB20E6829}" presName="node" presStyleLbl="node1" presStyleIdx="6" presStyleCnt="9">
        <dgm:presLayoutVars>
          <dgm:bulletEnabled val="1"/>
        </dgm:presLayoutVars>
      </dgm:prSet>
      <dgm:spPr/>
    </dgm:pt>
    <dgm:pt modelId="{7766397E-B3C1-4A1B-90A7-BD8FCD067F81}" type="pres">
      <dgm:prSet presAssocID="{276BEA8C-BA25-4903-B127-3A7CCD391262}" presName="sibTrans" presStyleLbl="bgSibTrans2D1" presStyleIdx="6" presStyleCnt="8"/>
      <dgm:spPr/>
    </dgm:pt>
    <dgm:pt modelId="{457E98F6-5864-4F5A-9F58-4A6DE3ABF70E}" type="pres">
      <dgm:prSet presAssocID="{A373070B-FC03-495D-885F-3CC9E7DF662D}" presName="compNode" presStyleCnt="0"/>
      <dgm:spPr/>
    </dgm:pt>
    <dgm:pt modelId="{9EB6CE1F-857E-49FB-A16A-29CE6B298170}" type="pres">
      <dgm:prSet presAssocID="{A373070B-FC03-495D-885F-3CC9E7DF662D}" presName="dummyConnPt" presStyleCnt="0"/>
      <dgm:spPr/>
    </dgm:pt>
    <dgm:pt modelId="{70B1665B-EEB7-438F-A0EA-8ADF4906310E}" type="pres">
      <dgm:prSet presAssocID="{A373070B-FC03-495D-885F-3CC9E7DF662D}" presName="node" presStyleLbl="node1" presStyleIdx="7" presStyleCnt="9">
        <dgm:presLayoutVars>
          <dgm:bulletEnabled val="1"/>
        </dgm:presLayoutVars>
      </dgm:prSet>
      <dgm:spPr/>
    </dgm:pt>
    <dgm:pt modelId="{C4FADECF-E28C-48F4-A997-383BB5724CE7}" type="pres">
      <dgm:prSet presAssocID="{B4FE107E-DCB1-4606-AE62-F223E0B5782B}" presName="sibTrans" presStyleLbl="bgSibTrans2D1" presStyleIdx="7" presStyleCnt="8"/>
      <dgm:spPr/>
    </dgm:pt>
    <dgm:pt modelId="{CD73159E-642E-4087-8C29-C991A4E8D818}" type="pres">
      <dgm:prSet presAssocID="{2943EC3D-F400-49AB-829B-BDD1DE86908B}" presName="compNode" presStyleCnt="0"/>
      <dgm:spPr/>
    </dgm:pt>
    <dgm:pt modelId="{F4A097AB-5A5C-4A76-A4A2-A1C94FD8AB5B}" type="pres">
      <dgm:prSet presAssocID="{2943EC3D-F400-49AB-829B-BDD1DE86908B}" presName="dummyConnPt" presStyleCnt="0"/>
      <dgm:spPr/>
    </dgm:pt>
    <dgm:pt modelId="{664099E9-D6DF-48C5-8F94-20DEDB8D7825}" type="pres">
      <dgm:prSet presAssocID="{2943EC3D-F400-49AB-829B-BDD1DE86908B}" presName="node" presStyleLbl="node1" presStyleIdx="8" presStyleCnt="9">
        <dgm:presLayoutVars>
          <dgm:bulletEnabled val="1"/>
        </dgm:presLayoutVars>
      </dgm:prSet>
      <dgm:spPr/>
    </dgm:pt>
  </dgm:ptLst>
  <dgm:cxnLst>
    <dgm:cxn modelId="{FDEE8802-AB7D-4C47-B6A5-A63C9CF322B5}" type="presOf" srcId="{5DB7B23A-3BF5-4DA9-A4EC-2ABFE0761533}" destId="{83485DA4-644C-4EC1-B557-8B82A9162F5E}" srcOrd="0" destOrd="0" presId="urn:microsoft.com/office/officeart/2005/8/layout/bProcess4"/>
    <dgm:cxn modelId="{AD6EF706-25D1-406D-9584-EBB73C87D832}" type="presOf" srcId="{AD0E474C-6D28-4717-A546-7B57D80DCDD9}" destId="{9AA40A40-EC73-457C-9FEF-94941C43B08C}" srcOrd="0" destOrd="0" presId="urn:microsoft.com/office/officeart/2005/8/layout/bProcess4"/>
    <dgm:cxn modelId="{CC1ECE07-6008-4932-8459-78BA7AF66EE6}" type="presOf" srcId="{3E1B6651-1055-48EC-8ECF-23D23FB21310}" destId="{C6B3B8F3-DCEC-41EA-BE45-4DFEDE55EB71}" srcOrd="0" destOrd="0" presId="urn:microsoft.com/office/officeart/2005/8/layout/bProcess4"/>
    <dgm:cxn modelId="{31342F10-91A3-4CD4-B005-30D29E89F831}" type="presOf" srcId="{E8B63300-7198-423D-8AAB-7EB95422ED72}" destId="{EEED65DF-9F9B-4682-A886-81DC83E36691}" srcOrd="0" destOrd="0" presId="urn:microsoft.com/office/officeart/2005/8/layout/bProcess4"/>
    <dgm:cxn modelId="{16B28615-9604-4E26-9A8B-AE90C950E3B5}" type="presOf" srcId="{276BEA8C-BA25-4903-B127-3A7CCD391262}" destId="{7766397E-B3C1-4A1B-90A7-BD8FCD067F81}" srcOrd="0" destOrd="0" presId="urn:microsoft.com/office/officeart/2005/8/layout/bProcess4"/>
    <dgm:cxn modelId="{7D504B17-94DD-4988-8C2D-D5F909816CAD}" srcId="{EFFB7B64-2B14-4849-B238-14AE450AE8C2}" destId="{A373070B-FC03-495D-885F-3CC9E7DF662D}" srcOrd="7" destOrd="0" parTransId="{05013478-6AAB-4300-A810-139D4B2A965E}" sibTransId="{B4FE107E-DCB1-4606-AE62-F223E0B5782B}"/>
    <dgm:cxn modelId="{1FB75927-D664-4E8E-A4DF-1D565B7BB277}" srcId="{EFFB7B64-2B14-4849-B238-14AE450AE8C2}" destId="{3596BA26-ECC5-4AAE-8D04-6E8DB20E6829}" srcOrd="6" destOrd="0" parTransId="{53F28285-82B0-49CA-B500-BEA7817E4C33}" sibTransId="{276BEA8C-BA25-4903-B127-3A7CCD391262}"/>
    <dgm:cxn modelId="{B376142E-8C15-46B3-ADB3-A0580DEB3E5E}" type="presOf" srcId="{B4FE107E-DCB1-4606-AE62-F223E0B5782B}" destId="{C4FADECF-E28C-48F4-A997-383BB5724CE7}" srcOrd="0" destOrd="0" presId="urn:microsoft.com/office/officeart/2005/8/layout/bProcess4"/>
    <dgm:cxn modelId="{58840244-DEF6-4E9B-8567-C751E112EA0F}" type="presOf" srcId="{CC2705F3-EC1E-4D8D-86C2-6ED4E40FD0EB}" destId="{378A7F8A-74D7-4B49-930B-B61C4DE554BF}" srcOrd="0" destOrd="0" presId="urn:microsoft.com/office/officeart/2005/8/layout/bProcess4"/>
    <dgm:cxn modelId="{0980CD46-0BC8-4377-A81B-BA616505D91C}" type="presOf" srcId="{A373070B-FC03-495D-885F-3CC9E7DF662D}" destId="{70B1665B-EEB7-438F-A0EA-8ADF4906310E}" srcOrd="0" destOrd="0" presId="urn:microsoft.com/office/officeart/2005/8/layout/bProcess4"/>
    <dgm:cxn modelId="{A286F047-76B9-4867-81C4-61EC0DB9D7F3}" type="presOf" srcId="{897CB366-D1CB-4803-96CA-CCE3A75445AC}" destId="{96E61614-6B89-4887-8594-1ABFF86C63FB}" srcOrd="0" destOrd="0" presId="urn:microsoft.com/office/officeart/2005/8/layout/bProcess4"/>
    <dgm:cxn modelId="{C0835348-5C18-4712-B0BA-0B3F9C137CE4}" type="presOf" srcId="{0F1C7E53-7EDE-4704-953F-1E07F52F0B7E}" destId="{C420376F-8D34-481A-AA3A-7AE3F41071A2}" srcOrd="0" destOrd="0" presId="urn:microsoft.com/office/officeart/2005/8/layout/bProcess4"/>
    <dgm:cxn modelId="{24350A4B-A81D-44F9-9D5F-4352C57012F2}" type="presOf" srcId="{4476D901-51A0-4061-AF1A-BD7E671E3027}" destId="{05F273C9-6D85-4868-9020-868CDAD4ED8B}" srcOrd="0" destOrd="0" presId="urn:microsoft.com/office/officeart/2005/8/layout/bProcess4"/>
    <dgm:cxn modelId="{F87BA16E-1B74-4AF3-9286-79B22E81AD01}" srcId="{EFFB7B64-2B14-4849-B238-14AE450AE8C2}" destId="{4476D901-51A0-4061-AF1A-BD7E671E3027}" srcOrd="2" destOrd="0" parTransId="{BD85BB2D-8D71-489D-85B2-AF78AED5A636}" sibTransId="{91521DFC-B09B-46A3-8241-631F7FFB0F94}"/>
    <dgm:cxn modelId="{53065D7F-1C47-4B27-9FA0-BCEA98DDA8E4}" type="presOf" srcId="{71C4D050-DA93-45CD-8F73-0C9A49344074}" destId="{C5DC3FB6-1550-47D3-BA43-685AF6C1148E}" srcOrd="0" destOrd="0" presId="urn:microsoft.com/office/officeart/2005/8/layout/bProcess4"/>
    <dgm:cxn modelId="{0A0D4280-EE2B-4F70-AF1E-0BEB0E84D962}" srcId="{EFFB7B64-2B14-4849-B238-14AE450AE8C2}" destId="{2943EC3D-F400-49AB-829B-BDD1DE86908B}" srcOrd="8" destOrd="0" parTransId="{51E82C71-EEDE-4FB8-9621-4A665B4A1B7E}" sibTransId="{69D451EE-31B0-4CD0-8773-3C3F380F1A7C}"/>
    <dgm:cxn modelId="{9B5B2688-C4BD-411B-8BD2-6F01E8C77F97}" type="presOf" srcId="{3596BA26-ECC5-4AAE-8D04-6E8DB20E6829}" destId="{5524D6AE-CA9D-4449-AAC3-A7BC14F809FC}" srcOrd="0" destOrd="0" presId="urn:microsoft.com/office/officeart/2005/8/layout/bProcess4"/>
    <dgm:cxn modelId="{6D526D8A-3263-46F4-8324-05B8048EABE6}" type="presOf" srcId="{1D15AB3E-E65C-4BE4-BF57-623115CFE25F}" destId="{AC94312B-3652-47A1-B5B1-2B7136B651B6}" srcOrd="0" destOrd="0" presId="urn:microsoft.com/office/officeart/2005/8/layout/bProcess4"/>
    <dgm:cxn modelId="{D0BB32B0-09FB-4354-9C73-E93C1506E304}" type="presOf" srcId="{2943EC3D-F400-49AB-829B-BDD1DE86908B}" destId="{664099E9-D6DF-48C5-8F94-20DEDB8D7825}" srcOrd="0" destOrd="0" presId="urn:microsoft.com/office/officeart/2005/8/layout/bProcess4"/>
    <dgm:cxn modelId="{75F6ACBB-8B17-4E91-9817-BB8E03453520}" type="presOf" srcId="{91521DFC-B09B-46A3-8241-631F7FFB0F94}" destId="{A2CEF96B-3912-4944-B599-9DA60EF6A3D5}" srcOrd="0" destOrd="0" presId="urn:microsoft.com/office/officeart/2005/8/layout/bProcess4"/>
    <dgm:cxn modelId="{721D7BBC-2994-4F40-B355-C6E831CC2E84}" srcId="{EFFB7B64-2B14-4849-B238-14AE450AE8C2}" destId="{3E1B6651-1055-48EC-8ECF-23D23FB21310}" srcOrd="5" destOrd="0" parTransId="{E2AD3D21-4C4A-4A58-BB4E-522F325C4332}" sibTransId="{897CB366-D1CB-4803-96CA-CCE3A75445AC}"/>
    <dgm:cxn modelId="{590FA5C2-32DC-434A-BA62-ACD613599F4C}" srcId="{EFFB7B64-2B14-4849-B238-14AE450AE8C2}" destId="{AD0E474C-6D28-4717-A546-7B57D80DCDD9}" srcOrd="0" destOrd="0" parTransId="{BE0037C7-E758-4426-BA47-9844E992742B}" sibTransId="{71C4D050-DA93-45CD-8F73-0C9A49344074}"/>
    <dgm:cxn modelId="{14A77EC8-233F-48F1-95A4-C6A26F6488C7}" srcId="{EFFB7B64-2B14-4849-B238-14AE450AE8C2}" destId="{5DB7B23A-3BF5-4DA9-A4EC-2ABFE0761533}" srcOrd="1" destOrd="0" parTransId="{58656452-3152-44CC-8897-C1CC99DE02EE}" sibTransId="{0F1C7E53-7EDE-4704-953F-1E07F52F0B7E}"/>
    <dgm:cxn modelId="{922229E1-BEF7-4B2B-9917-66E7C83A3EF8}" type="presOf" srcId="{25005F48-4E46-4D4B-B68D-8C9FC6B8D62A}" destId="{2AE58C63-AE42-4713-92F6-F9C718EE2D6C}" srcOrd="0" destOrd="0" presId="urn:microsoft.com/office/officeart/2005/8/layout/bProcess4"/>
    <dgm:cxn modelId="{DC183BF4-7991-42C7-A99D-3FD94A3DCF02}" srcId="{EFFB7B64-2B14-4849-B238-14AE450AE8C2}" destId="{E8B63300-7198-423D-8AAB-7EB95422ED72}" srcOrd="4" destOrd="0" parTransId="{481D3B95-3291-4CCD-9535-851914A0BB04}" sibTransId="{1D15AB3E-E65C-4BE4-BF57-623115CFE25F}"/>
    <dgm:cxn modelId="{23E246F4-20C1-45B3-B5FF-BA6F7009DFD0}" srcId="{EFFB7B64-2B14-4849-B238-14AE450AE8C2}" destId="{25005F48-4E46-4D4B-B68D-8C9FC6B8D62A}" srcOrd="3" destOrd="0" parTransId="{EAC26121-C899-4436-822E-11C838D851C4}" sibTransId="{CC2705F3-EC1E-4D8D-86C2-6ED4E40FD0EB}"/>
    <dgm:cxn modelId="{9E6639FA-BF51-49CB-A5B3-21DC33968686}" type="presOf" srcId="{EFFB7B64-2B14-4849-B238-14AE450AE8C2}" destId="{E452C468-C45F-4569-B96F-D3E9724FDA66}" srcOrd="0" destOrd="0" presId="urn:microsoft.com/office/officeart/2005/8/layout/bProcess4"/>
    <dgm:cxn modelId="{80D02F09-A6CC-4A04-BEA6-291B7BCBD652}" type="presParOf" srcId="{E452C468-C45F-4569-B96F-D3E9724FDA66}" destId="{8DD1DEA9-F49D-46AA-8B38-F651FE9FABD9}" srcOrd="0" destOrd="0" presId="urn:microsoft.com/office/officeart/2005/8/layout/bProcess4"/>
    <dgm:cxn modelId="{B64933C7-9441-46D1-A3C4-32A65E3A0B7C}" type="presParOf" srcId="{8DD1DEA9-F49D-46AA-8B38-F651FE9FABD9}" destId="{7C0F6B67-45E7-4127-9D23-CC89790B9551}" srcOrd="0" destOrd="0" presId="urn:microsoft.com/office/officeart/2005/8/layout/bProcess4"/>
    <dgm:cxn modelId="{FEE85A0C-814B-48C0-B1A4-6AC168DA3ED1}" type="presParOf" srcId="{8DD1DEA9-F49D-46AA-8B38-F651FE9FABD9}" destId="{9AA40A40-EC73-457C-9FEF-94941C43B08C}" srcOrd="1" destOrd="0" presId="urn:microsoft.com/office/officeart/2005/8/layout/bProcess4"/>
    <dgm:cxn modelId="{98C8CDB6-BBAA-495C-9265-48BFEC667044}" type="presParOf" srcId="{E452C468-C45F-4569-B96F-D3E9724FDA66}" destId="{C5DC3FB6-1550-47D3-BA43-685AF6C1148E}" srcOrd="1" destOrd="0" presId="urn:microsoft.com/office/officeart/2005/8/layout/bProcess4"/>
    <dgm:cxn modelId="{51C3A02F-6852-4953-AD3E-B1FCFD533D6C}" type="presParOf" srcId="{E452C468-C45F-4569-B96F-D3E9724FDA66}" destId="{D771A798-0B6E-4AEA-B9E0-2ABC5B528CD9}" srcOrd="2" destOrd="0" presId="urn:microsoft.com/office/officeart/2005/8/layout/bProcess4"/>
    <dgm:cxn modelId="{786E1D4D-A713-4FF2-B44C-97F304F16EE6}" type="presParOf" srcId="{D771A798-0B6E-4AEA-B9E0-2ABC5B528CD9}" destId="{F783BF7E-7B8D-4339-8472-AC77C99311B7}" srcOrd="0" destOrd="0" presId="urn:microsoft.com/office/officeart/2005/8/layout/bProcess4"/>
    <dgm:cxn modelId="{BF054F98-44A9-4EB9-9C27-810C4BB57CCE}" type="presParOf" srcId="{D771A798-0B6E-4AEA-B9E0-2ABC5B528CD9}" destId="{83485DA4-644C-4EC1-B557-8B82A9162F5E}" srcOrd="1" destOrd="0" presId="urn:microsoft.com/office/officeart/2005/8/layout/bProcess4"/>
    <dgm:cxn modelId="{EE13C5E9-A1F2-4F34-AC01-FA2879CEE10F}" type="presParOf" srcId="{E452C468-C45F-4569-B96F-D3E9724FDA66}" destId="{C420376F-8D34-481A-AA3A-7AE3F41071A2}" srcOrd="3" destOrd="0" presId="urn:microsoft.com/office/officeart/2005/8/layout/bProcess4"/>
    <dgm:cxn modelId="{81672267-DF24-4212-8E1A-9ECA526308DE}" type="presParOf" srcId="{E452C468-C45F-4569-B96F-D3E9724FDA66}" destId="{2E7D845C-4DFA-4871-B432-8607E9CEB660}" srcOrd="4" destOrd="0" presId="urn:microsoft.com/office/officeart/2005/8/layout/bProcess4"/>
    <dgm:cxn modelId="{049FD579-7D98-4CA7-89CE-9ACC1D26242C}" type="presParOf" srcId="{2E7D845C-4DFA-4871-B432-8607E9CEB660}" destId="{E0333A45-4F33-4832-B73A-37B62754A2A4}" srcOrd="0" destOrd="0" presId="urn:microsoft.com/office/officeart/2005/8/layout/bProcess4"/>
    <dgm:cxn modelId="{F68A81FB-D02A-40DB-A0D5-5B3B21D3F907}" type="presParOf" srcId="{2E7D845C-4DFA-4871-B432-8607E9CEB660}" destId="{05F273C9-6D85-4868-9020-868CDAD4ED8B}" srcOrd="1" destOrd="0" presId="urn:microsoft.com/office/officeart/2005/8/layout/bProcess4"/>
    <dgm:cxn modelId="{994A2500-1661-45D4-9DF5-D83E258222B3}" type="presParOf" srcId="{E452C468-C45F-4569-B96F-D3E9724FDA66}" destId="{A2CEF96B-3912-4944-B599-9DA60EF6A3D5}" srcOrd="5" destOrd="0" presId="urn:microsoft.com/office/officeart/2005/8/layout/bProcess4"/>
    <dgm:cxn modelId="{83E09BF2-C29A-46F6-A09B-92C7B04A3E90}" type="presParOf" srcId="{E452C468-C45F-4569-B96F-D3E9724FDA66}" destId="{E4D03236-3B58-4BD9-B9AB-9B441AC21B15}" srcOrd="6" destOrd="0" presId="urn:microsoft.com/office/officeart/2005/8/layout/bProcess4"/>
    <dgm:cxn modelId="{23AD61BF-76A6-49AE-903E-BBA10002FF59}" type="presParOf" srcId="{E4D03236-3B58-4BD9-B9AB-9B441AC21B15}" destId="{B8A79D17-FDB9-4EDE-AF63-DBA97B2B6025}" srcOrd="0" destOrd="0" presId="urn:microsoft.com/office/officeart/2005/8/layout/bProcess4"/>
    <dgm:cxn modelId="{CE12451A-5374-49FE-925A-5236C8DDB12E}" type="presParOf" srcId="{E4D03236-3B58-4BD9-B9AB-9B441AC21B15}" destId="{2AE58C63-AE42-4713-92F6-F9C718EE2D6C}" srcOrd="1" destOrd="0" presId="urn:microsoft.com/office/officeart/2005/8/layout/bProcess4"/>
    <dgm:cxn modelId="{19035E7C-A93B-4552-BB79-0BF0A1DC5F1D}" type="presParOf" srcId="{E452C468-C45F-4569-B96F-D3E9724FDA66}" destId="{378A7F8A-74D7-4B49-930B-B61C4DE554BF}" srcOrd="7" destOrd="0" presId="urn:microsoft.com/office/officeart/2005/8/layout/bProcess4"/>
    <dgm:cxn modelId="{AA6A79E2-DDCA-474E-B280-C78EEADD9FE3}" type="presParOf" srcId="{E452C468-C45F-4569-B96F-D3E9724FDA66}" destId="{707E5062-DDC0-480F-895A-821A6D6F6694}" srcOrd="8" destOrd="0" presId="urn:microsoft.com/office/officeart/2005/8/layout/bProcess4"/>
    <dgm:cxn modelId="{5F66122D-DEF0-4508-9DED-41D77408CD95}" type="presParOf" srcId="{707E5062-DDC0-480F-895A-821A6D6F6694}" destId="{9112802B-7ACF-4BC0-B8B3-200CFED3449A}" srcOrd="0" destOrd="0" presId="urn:microsoft.com/office/officeart/2005/8/layout/bProcess4"/>
    <dgm:cxn modelId="{0C94CCF7-9F0F-45C1-8F07-7E9850704F79}" type="presParOf" srcId="{707E5062-DDC0-480F-895A-821A6D6F6694}" destId="{EEED65DF-9F9B-4682-A886-81DC83E36691}" srcOrd="1" destOrd="0" presId="urn:microsoft.com/office/officeart/2005/8/layout/bProcess4"/>
    <dgm:cxn modelId="{3AC2F8C9-05A4-4AE7-A20D-DEDC5D37CFED}" type="presParOf" srcId="{E452C468-C45F-4569-B96F-D3E9724FDA66}" destId="{AC94312B-3652-47A1-B5B1-2B7136B651B6}" srcOrd="9" destOrd="0" presId="urn:microsoft.com/office/officeart/2005/8/layout/bProcess4"/>
    <dgm:cxn modelId="{5766C86B-A866-4368-8777-E58C74C70729}" type="presParOf" srcId="{E452C468-C45F-4569-B96F-D3E9724FDA66}" destId="{6B04FEFB-F23D-40C1-9DE2-0EC9878A5155}" srcOrd="10" destOrd="0" presId="urn:microsoft.com/office/officeart/2005/8/layout/bProcess4"/>
    <dgm:cxn modelId="{0CC64EF3-738D-4536-B98A-11A308F61927}" type="presParOf" srcId="{6B04FEFB-F23D-40C1-9DE2-0EC9878A5155}" destId="{9ABE1302-8551-495A-8E71-1600E92239F1}" srcOrd="0" destOrd="0" presId="urn:microsoft.com/office/officeart/2005/8/layout/bProcess4"/>
    <dgm:cxn modelId="{311E5B7A-97A5-48E5-A283-F2EA5E30D9B3}" type="presParOf" srcId="{6B04FEFB-F23D-40C1-9DE2-0EC9878A5155}" destId="{C6B3B8F3-DCEC-41EA-BE45-4DFEDE55EB71}" srcOrd="1" destOrd="0" presId="urn:microsoft.com/office/officeart/2005/8/layout/bProcess4"/>
    <dgm:cxn modelId="{3C25F8FC-C837-4FF5-B30D-4B1BFC43121E}" type="presParOf" srcId="{E452C468-C45F-4569-B96F-D3E9724FDA66}" destId="{96E61614-6B89-4887-8594-1ABFF86C63FB}" srcOrd="11" destOrd="0" presId="urn:microsoft.com/office/officeart/2005/8/layout/bProcess4"/>
    <dgm:cxn modelId="{3FDE5B0D-5035-4BD3-8032-CECB2486CE37}" type="presParOf" srcId="{E452C468-C45F-4569-B96F-D3E9724FDA66}" destId="{EED0EEEF-DBA6-4A9A-92FD-59EDB0312066}" srcOrd="12" destOrd="0" presId="urn:microsoft.com/office/officeart/2005/8/layout/bProcess4"/>
    <dgm:cxn modelId="{DCFA3EDD-DD1D-4A2B-88A9-363DCE188D92}" type="presParOf" srcId="{EED0EEEF-DBA6-4A9A-92FD-59EDB0312066}" destId="{C4C71FB4-73B3-440E-BB0E-8AF27C56C070}" srcOrd="0" destOrd="0" presId="urn:microsoft.com/office/officeart/2005/8/layout/bProcess4"/>
    <dgm:cxn modelId="{FD8E7B93-1AF8-4876-999D-D2BC85ED65CA}" type="presParOf" srcId="{EED0EEEF-DBA6-4A9A-92FD-59EDB0312066}" destId="{5524D6AE-CA9D-4449-AAC3-A7BC14F809FC}" srcOrd="1" destOrd="0" presId="urn:microsoft.com/office/officeart/2005/8/layout/bProcess4"/>
    <dgm:cxn modelId="{842F3387-6DFC-41C3-B813-E09BBE328015}" type="presParOf" srcId="{E452C468-C45F-4569-B96F-D3E9724FDA66}" destId="{7766397E-B3C1-4A1B-90A7-BD8FCD067F81}" srcOrd="13" destOrd="0" presId="urn:microsoft.com/office/officeart/2005/8/layout/bProcess4"/>
    <dgm:cxn modelId="{017F37D9-B338-428E-8373-8025E050742B}" type="presParOf" srcId="{E452C468-C45F-4569-B96F-D3E9724FDA66}" destId="{457E98F6-5864-4F5A-9F58-4A6DE3ABF70E}" srcOrd="14" destOrd="0" presId="urn:microsoft.com/office/officeart/2005/8/layout/bProcess4"/>
    <dgm:cxn modelId="{4D48B1AA-119D-4BE5-95C8-51CE3362041F}" type="presParOf" srcId="{457E98F6-5864-4F5A-9F58-4A6DE3ABF70E}" destId="{9EB6CE1F-857E-49FB-A16A-29CE6B298170}" srcOrd="0" destOrd="0" presId="urn:microsoft.com/office/officeart/2005/8/layout/bProcess4"/>
    <dgm:cxn modelId="{1F328B18-DBA7-4CA0-8A6D-16BAA08D5F39}" type="presParOf" srcId="{457E98F6-5864-4F5A-9F58-4A6DE3ABF70E}" destId="{70B1665B-EEB7-438F-A0EA-8ADF4906310E}" srcOrd="1" destOrd="0" presId="urn:microsoft.com/office/officeart/2005/8/layout/bProcess4"/>
    <dgm:cxn modelId="{ADD5A4E2-2139-44EE-ADD8-FC39B8EED013}" type="presParOf" srcId="{E452C468-C45F-4569-B96F-D3E9724FDA66}" destId="{C4FADECF-E28C-48F4-A997-383BB5724CE7}" srcOrd="15" destOrd="0" presId="urn:microsoft.com/office/officeart/2005/8/layout/bProcess4"/>
    <dgm:cxn modelId="{1EEDE323-161D-44D3-A367-7669197A9ADE}" type="presParOf" srcId="{E452C468-C45F-4569-B96F-D3E9724FDA66}" destId="{CD73159E-642E-4087-8C29-C991A4E8D818}" srcOrd="16" destOrd="0" presId="urn:microsoft.com/office/officeart/2005/8/layout/bProcess4"/>
    <dgm:cxn modelId="{E43B0E8F-4763-4DED-BEEA-C852B5BC395D}" type="presParOf" srcId="{CD73159E-642E-4087-8C29-C991A4E8D818}" destId="{F4A097AB-5A5C-4A76-A4A2-A1C94FD8AB5B}" srcOrd="0" destOrd="0" presId="urn:microsoft.com/office/officeart/2005/8/layout/bProcess4"/>
    <dgm:cxn modelId="{A76D1F33-010C-455A-ACBB-1318999F705A}" type="presParOf" srcId="{CD73159E-642E-4087-8C29-C991A4E8D818}" destId="{664099E9-D6DF-48C5-8F94-20DEDB8D7825}" srcOrd="1" destOrd="0" presId="urn:microsoft.com/office/officeart/2005/8/layout/b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E15004C-C324-4653-9B60-231119B7CC22}"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7E4156CC-28F5-4510-8796-EE88933A0929}">
      <dgm:prSet/>
      <dgm:spPr/>
      <dgm:t>
        <a:bodyPr/>
        <a:lstStyle/>
        <a:p>
          <a:r>
            <a:rPr lang="en-IN" b="1">
              <a:latin typeface="Times New Roman" panose="02020603050405020304" pitchFamily="18" charset="0"/>
              <a:cs typeface="Times New Roman" panose="02020603050405020304" pitchFamily="18" charset="0"/>
            </a:rPr>
            <a:t>4 agent configurations:</a:t>
          </a:r>
          <a:r>
            <a:rPr lang="en-IN">
              <a:latin typeface="Times New Roman" panose="02020603050405020304" pitchFamily="18" charset="0"/>
              <a:cs typeface="Times New Roman" panose="02020603050405020304" pitchFamily="18" charset="0"/>
            </a:rPr>
            <a:t> PPO, LLM Input, LLM Reward, LLM Input + Reward </a:t>
          </a:r>
          <a:endParaRPr lang="en-US">
            <a:latin typeface="Times New Roman" panose="02020603050405020304" pitchFamily="18" charset="0"/>
            <a:cs typeface="Times New Roman" panose="02020603050405020304" pitchFamily="18" charset="0"/>
          </a:endParaRPr>
        </a:p>
      </dgm:t>
    </dgm:pt>
    <dgm:pt modelId="{E9C776EB-071E-4ED2-BDEB-0F8D73E34D81}" type="parTrans" cxnId="{C229FE20-4430-45AB-9BAC-AEAD202E6435}">
      <dgm:prSet/>
      <dgm:spPr/>
      <dgm:t>
        <a:bodyPr/>
        <a:lstStyle/>
        <a:p>
          <a:endParaRPr lang="en-US"/>
        </a:p>
      </dgm:t>
    </dgm:pt>
    <dgm:pt modelId="{BDDC0AC4-F92B-44F6-AF34-2FA10638ABAB}" type="sibTrans" cxnId="{C229FE20-4430-45AB-9BAC-AEAD202E6435}">
      <dgm:prSet/>
      <dgm:spPr/>
      <dgm:t>
        <a:bodyPr/>
        <a:lstStyle/>
        <a:p>
          <a:endParaRPr lang="en-US"/>
        </a:p>
      </dgm:t>
    </dgm:pt>
    <dgm:pt modelId="{7ABF34F6-61A3-4E49-B0F6-AFA403CE48FD}">
      <dgm:prSet/>
      <dgm:spPr/>
      <dgm:t>
        <a:bodyPr/>
        <a:lstStyle/>
        <a:p>
          <a:r>
            <a:rPr lang="en-IN" b="1" dirty="0">
              <a:latin typeface="Times New Roman" panose="02020603050405020304" pitchFamily="18" charset="0"/>
              <a:cs typeface="Times New Roman" panose="02020603050405020304" pitchFamily="18" charset="0"/>
            </a:rPr>
            <a:t>5 independent random seeds</a:t>
          </a:r>
          <a:r>
            <a:rPr lang="en-IN" dirty="0">
              <a:latin typeface="Times New Roman" panose="02020603050405020304" pitchFamily="18" charset="0"/>
              <a:cs typeface="Times New Roman" panose="02020603050405020304" pitchFamily="18" charset="0"/>
            </a:rPr>
            <a:t> per configuration </a:t>
          </a:r>
          <a:endParaRPr lang="en-US" dirty="0">
            <a:latin typeface="Times New Roman" panose="02020603050405020304" pitchFamily="18" charset="0"/>
            <a:cs typeface="Times New Roman" panose="02020603050405020304" pitchFamily="18" charset="0"/>
          </a:endParaRPr>
        </a:p>
      </dgm:t>
    </dgm:pt>
    <dgm:pt modelId="{B7D09D4D-6679-4F41-B747-C9B34C6EC34C}" type="parTrans" cxnId="{55815EEB-8E96-4428-9AB6-C1BA8F93751D}">
      <dgm:prSet/>
      <dgm:spPr/>
      <dgm:t>
        <a:bodyPr/>
        <a:lstStyle/>
        <a:p>
          <a:endParaRPr lang="en-US"/>
        </a:p>
      </dgm:t>
    </dgm:pt>
    <dgm:pt modelId="{F1CFB33F-EFE1-472A-9FD6-DA517D507387}" type="sibTrans" cxnId="{55815EEB-8E96-4428-9AB6-C1BA8F93751D}">
      <dgm:prSet/>
      <dgm:spPr/>
      <dgm:t>
        <a:bodyPr/>
        <a:lstStyle/>
        <a:p>
          <a:endParaRPr lang="en-US"/>
        </a:p>
      </dgm:t>
    </dgm:pt>
    <dgm:pt modelId="{10199EAA-98F8-4AC8-A1CE-D0D3510EDA70}">
      <dgm:prSet/>
      <dgm:spPr/>
      <dgm:t>
        <a:bodyPr/>
        <a:lstStyle/>
        <a:p>
          <a:r>
            <a:rPr lang="en-IN" b="1" dirty="0">
              <a:latin typeface="Times New Roman" panose="02020603050405020304" pitchFamily="18" charset="0"/>
              <a:cs typeface="Times New Roman" panose="02020603050405020304" pitchFamily="18" charset="0"/>
            </a:rPr>
            <a:t>1,000 training episodes + 100 deterministic evaluation episodes</a:t>
          </a:r>
          <a:r>
            <a:rPr lang="en-IN" dirty="0">
              <a:latin typeface="Times New Roman" panose="02020603050405020304" pitchFamily="18" charset="0"/>
              <a:cs typeface="Times New Roman" panose="02020603050405020304" pitchFamily="18" charset="0"/>
            </a:rPr>
            <a:t> per run </a:t>
          </a:r>
          <a:endParaRPr lang="en-US" dirty="0">
            <a:latin typeface="Times New Roman" panose="02020603050405020304" pitchFamily="18" charset="0"/>
            <a:cs typeface="Times New Roman" panose="02020603050405020304" pitchFamily="18" charset="0"/>
          </a:endParaRPr>
        </a:p>
      </dgm:t>
    </dgm:pt>
    <dgm:pt modelId="{12602DFB-950F-43B4-97F1-7871E199CFE2}" type="parTrans" cxnId="{C78A5FB5-E6DE-4EA3-B74E-375F44FECA68}">
      <dgm:prSet/>
      <dgm:spPr/>
      <dgm:t>
        <a:bodyPr/>
        <a:lstStyle/>
        <a:p>
          <a:endParaRPr lang="en-US"/>
        </a:p>
      </dgm:t>
    </dgm:pt>
    <dgm:pt modelId="{8755CB7C-7F1F-4F15-A1F7-629A73D10B1B}" type="sibTrans" cxnId="{C78A5FB5-E6DE-4EA3-B74E-375F44FECA68}">
      <dgm:prSet/>
      <dgm:spPr/>
      <dgm:t>
        <a:bodyPr/>
        <a:lstStyle/>
        <a:p>
          <a:endParaRPr lang="en-US"/>
        </a:p>
      </dgm:t>
    </dgm:pt>
    <dgm:pt modelId="{8E3DD3FE-90FA-460C-B79C-E59729C3A407}">
      <dgm:prSet/>
      <dgm:spPr/>
      <dgm:t>
        <a:bodyPr/>
        <a:lstStyle/>
        <a:p>
          <a:r>
            <a:rPr lang="en-IN" b="1" dirty="0">
              <a:latin typeface="Times New Roman" panose="02020603050405020304" pitchFamily="18" charset="0"/>
              <a:cs typeface="Times New Roman" panose="02020603050405020304" pitchFamily="18" charset="0"/>
            </a:rPr>
            <a:t>Same PPO  hyperparameters and finance environment</a:t>
          </a:r>
          <a:r>
            <a:rPr lang="en-IN" dirty="0">
              <a:latin typeface="Times New Roman" panose="02020603050405020304" pitchFamily="18" charset="0"/>
              <a:cs typeface="Times New Roman" panose="02020603050405020304" pitchFamily="18" charset="0"/>
            </a:rPr>
            <a:t> across all conditions </a:t>
          </a:r>
          <a:endParaRPr lang="en-US" dirty="0">
            <a:latin typeface="Times New Roman" panose="02020603050405020304" pitchFamily="18" charset="0"/>
            <a:cs typeface="Times New Roman" panose="02020603050405020304" pitchFamily="18" charset="0"/>
          </a:endParaRPr>
        </a:p>
      </dgm:t>
    </dgm:pt>
    <dgm:pt modelId="{31BC8901-2C07-4FAC-8818-337F35C966DF}" type="parTrans" cxnId="{BBCA2F6A-6604-4EDD-AA85-7FC57C919566}">
      <dgm:prSet/>
      <dgm:spPr/>
      <dgm:t>
        <a:bodyPr/>
        <a:lstStyle/>
        <a:p>
          <a:endParaRPr lang="en-US"/>
        </a:p>
      </dgm:t>
    </dgm:pt>
    <dgm:pt modelId="{511534B7-665E-4C4F-A484-3CBCBBEAD9F6}" type="sibTrans" cxnId="{BBCA2F6A-6604-4EDD-AA85-7FC57C919566}">
      <dgm:prSet/>
      <dgm:spPr/>
      <dgm:t>
        <a:bodyPr/>
        <a:lstStyle/>
        <a:p>
          <a:endParaRPr lang="en-US"/>
        </a:p>
      </dgm:t>
    </dgm:pt>
    <dgm:pt modelId="{CC1F6DE3-1115-406B-AEC9-D3BC6C7F525B}">
      <dgm:prSet/>
      <dgm:spPr/>
      <dgm:t>
        <a:bodyPr/>
        <a:lstStyle/>
        <a:p>
          <a:r>
            <a:rPr lang="en-IN" b="1">
              <a:latin typeface="Times New Roman" panose="02020603050405020304" pitchFamily="18" charset="0"/>
              <a:cs typeface="Times New Roman" panose="02020603050405020304" pitchFamily="18" charset="0"/>
            </a:rPr>
            <a:t>Evaluation on unseen finance scenarios</a:t>
          </a:r>
          <a:r>
            <a:rPr lang="en-IN">
              <a:latin typeface="Times New Roman" panose="02020603050405020304" pitchFamily="18" charset="0"/>
              <a:cs typeface="Times New Roman" panose="02020603050405020304" pitchFamily="18" charset="0"/>
            </a:rPr>
            <a:t> to assess policy generalisation and reliability</a:t>
          </a:r>
          <a:endParaRPr lang="en-US">
            <a:latin typeface="Times New Roman" panose="02020603050405020304" pitchFamily="18" charset="0"/>
            <a:cs typeface="Times New Roman" panose="02020603050405020304" pitchFamily="18" charset="0"/>
          </a:endParaRPr>
        </a:p>
      </dgm:t>
    </dgm:pt>
    <dgm:pt modelId="{BF249D37-3D8C-4BE1-879D-181911B37D91}" type="parTrans" cxnId="{F2212718-DC83-4043-8909-2A2AE5159F02}">
      <dgm:prSet/>
      <dgm:spPr/>
      <dgm:t>
        <a:bodyPr/>
        <a:lstStyle/>
        <a:p>
          <a:endParaRPr lang="en-US"/>
        </a:p>
      </dgm:t>
    </dgm:pt>
    <dgm:pt modelId="{F991AEF9-66AF-46DD-BD0F-0FB465AA5BBA}" type="sibTrans" cxnId="{F2212718-DC83-4043-8909-2A2AE5159F02}">
      <dgm:prSet/>
      <dgm:spPr/>
      <dgm:t>
        <a:bodyPr/>
        <a:lstStyle/>
        <a:p>
          <a:endParaRPr lang="en-US"/>
        </a:p>
      </dgm:t>
    </dgm:pt>
    <dgm:pt modelId="{A6D5514B-476A-42BD-AEB4-4A8C0EB888AE}" type="pres">
      <dgm:prSet presAssocID="{4E15004C-C324-4653-9B60-231119B7CC22}" presName="root" presStyleCnt="0">
        <dgm:presLayoutVars>
          <dgm:dir/>
          <dgm:resizeHandles val="exact"/>
        </dgm:presLayoutVars>
      </dgm:prSet>
      <dgm:spPr/>
    </dgm:pt>
    <dgm:pt modelId="{7926C206-1D38-4B5D-A676-F33E1B25E3F3}" type="pres">
      <dgm:prSet presAssocID="{7E4156CC-28F5-4510-8796-EE88933A0929}" presName="compNode" presStyleCnt="0"/>
      <dgm:spPr/>
    </dgm:pt>
    <dgm:pt modelId="{A0AC19D8-B61E-4184-B5A7-7EB5592231C1}" type="pres">
      <dgm:prSet presAssocID="{7E4156CC-28F5-4510-8796-EE88933A0929}" presName="bgRect" presStyleLbl="bgShp" presStyleIdx="0" presStyleCnt="5"/>
      <dgm:spPr/>
    </dgm:pt>
    <dgm:pt modelId="{CB33FDCB-510B-4DFE-A0B4-67962FBD8F1C}" type="pres">
      <dgm:prSet presAssocID="{7E4156CC-28F5-4510-8796-EE88933A0929}"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User"/>
        </a:ext>
      </dgm:extLst>
    </dgm:pt>
    <dgm:pt modelId="{73991A2F-79E3-42A0-9CB0-4D8ED701C1CC}" type="pres">
      <dgm:prSet presAssocID="{7E4156CC-28F5-4510-8796-EE88933A0929}" presName="spaceRect" presStyleCnt="0"/>
      <dgm:spPr/>
    </dgm:pt>
    <dgm:pt modelId="{49CC59A0-6FFA-48DD-835F-491444A1D810}" type="pres">
      <dgm:prSet presAssocID="{7E4156CC-28F5-4510-8796-EE88933A0929}" presName="parTx" presStyleLbl="revTx" presStyleIdx="0" presStyleCnt="5">
        <dgm:presLayoutVars>
          <dgm:chMax val="0"/>
          <dgm:chPref val="0"/>
        </dgm:presLayoutVars>
      </dgm:prSet>
      <dgm:spPr/>
    </dgm:pt>
    <dgm:pt modelId="{B03B6859-3978-4723-ABCC-204B55E46232}" type="pres">
      <dgm:prSet presAssocID="{BDDC0AC4-F92B-44F6-AF34-2FA10638ABAB}" presName="sibTrans" presStyleCnt="0"/>
      <dgm:spPr/>
    </dgm:pt>
    <dgm:pt modelId="{8A5FCCDE-8ABD-4E5F-87B3-90E91BE31610}" type="pres">
      <dgm:prSet presAssocID="{7ABF34F6-61A3-4E49-B0F6-AFA403CE48FD}" presName="compNode" presStyleCnt="0"/>
      <dgm:spPr/>
    </dgm:pt>
    <dgm:pt modelId="{A172AA81-6909-47F0-8671-A425D0DD4A63}" type="pres">
      <dgm:prSet presAssocID="{7ABF34F6-61A3-4E49-B0F6-AFA403CE48FD}" presName="bgRect" presStyleLbl="bgShp" presStyleIdx="1" presStyleCnt="5"/>
      <dgm:spPr/>
    </dgm:pt>
    <dgm:pt modelId="{B254FBBF-640B-4CF5-95F8-1BDF9219AD78}" type="pres">
      <dgm:prSet presAssocID="{7ABF34F6-61A3-4E49-B0F6-AFA403CE48FD}"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39531E1E-B7EA-496B-AC0F-BC126211A5E4}" type="pres">
      <dgm:prSet presAssocID="{7ABF34F6-61A3-4E49-B0F6-AFA403CE48FD}" presName="spaceRect" presStyleCnt="0"/>
      <dgm:spPr/>
    </dgm:pt>
    <dgm:pt modelId="{67463C8F-47BF-4421-AC47-F1B2AB2FEB3F}" type="pres">
      <dgm:prSet presAssocID="{7ABF34F6-61A3-4E49-B0F6-AFA403CE48FD}" presName="parTx" presStyleLbl="revTx" presStyleIdx="1" presStyleCnt="5">
        <dgm:presLayoutVars>
          <dgm:chMax val="0"/>
          <dgm:chPref val="0"/>
        </dgm:presLayoutVars>
      </dgm:prSet>
      <dgm:spPr/>
    </dgm:pt>
    <dgm:pt modelId="{E11C9325-365E-4402-8A8B-EFDBD10BC388}" type="pres">
      <dgm:prSet presAssocID="{F1CFB33F-EFE1-472A-9FD6-DA517D507387}" presName="sibTrans" presStyleCnt="0"/>
      <dgm:spPr/>
    </dgm:pt>
    <dgm:pt modelId="{A9855930-5CDF-4D42-96CE-EE6E82899AD5}" type="pres">
      <dgm:prSet presAssocID="{10199EAA-98F8-4AC8-A1CE-D0D3510EDA70}" presName="compNode" presStyleCnt="0"/>
      <dgm:spPr/>
    </dgm:pt>
    <dgm:pt modelId="{BF89CD4C-D40C-4033-8757-E64AF407149B}" type="pres">
      <dgm:prSet presAssocID="{10199EAA-98F8-4AC8-A1CE-D0D3510EDA70}" presName="bgRect" presStyleLbl="bgShp" presStyleIdx="2" presStyleCnt="5"/>
      <dgm:spPr/>
    </dgm:pt>
    <dgm:pt modelId="{D3EB4B28-4A1A-4B15-912A-950AC1842322}" type="pres">
      <dgm:prSet presAssocID="{10199EAA-98F8-4AC8-A1CE-D0D3510EDA70}"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NormalDistribution"/>
        </a:ext>
      </dgm:extLst>
    </dgm:pt>
    <dgm:pt modelId="{7807E699-B604-495A-BE08-10EB47F68282}" type="pres">
      <dgm:prSet presAssocID="{10199EAA-98F8-4AC8-A1CE-D0D3510EDA70}" presName="spaceRect" presStyleCnt="0"/>
      <dgm:spPr/>
    </dgm:pt>
    <dgm:pt modelId="{D485582C-5FB8-4DF9-B009-69BEE15A5C5D}" type="pres">
      <dgm:prSet presAssocID="{10199EAA-98F8-4AC8-A1CE-D0D3510EDA70}" presName="parTx" presStyleLbl="revTx" presStyleIdx="2" presStyleCnt="5">
        <dgm:presLayoutVars>
          <dgm:chMax val="0"/>
          <dgm:chPref val="0"/>
        </dgm:presLayoutVars>
      </dgm:prSet>
      <dgm:spPr/>
    </dgm:pt>
    <dgm:pt modelId="{C972C19C-0B8B-4084-9BD6-E5CBA3FBDFB2}" type="pres">
      <dgm:prSet presAssocID="{8755CB7C-7F1F-4F15-A1F7-629A73D10B1B}" presName="sibTrans" presStyleCnt="0"/>
      <dgm:spPr/>
    </dgm:pt>
    <dgm:pt modelId="{DF94899D-7BC9-42DA-BB2F-450DFAF6FD10}" type="pres">
      <dgm:prSet presAssocID="{8E3DD3FE-90FA-460C-B79C-E59729C3A407}" presName="compNode" presStyleCnt="0"/>
      <dgm:spPr/>
    </dgm:pt>
    <dgm:pt modelId="{4394CA71-2821-4E06-BA54-4990DB9E54BD}" type="pres">
      <dgm:prSet presAssocID="{8E3DD3FE-90FA-460C-B79C-E59729C3A407}" presName="bgRect" presStyleLbl="bgShp" presStyleIdx="3" presStyleCnt="5"/>
      <dgm:spPr/>
    </dgm:pt>
    <dgm:pt modelId="{73B89CC9-5F52-47B4-A106-3966CC9034AC}" type="pres">
      <dgm:prSet presAssocID="{8E3DD3FE-90FA-460C-B79C-E59729C3A407}" presName="iconRect" presStyleLbl="node1" presStyleIdx="3" presStyleCnt="5"/>
      <dgm:spPr>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Agriculture with solid fill"/>
        </a:ext>
      </dgm:extLst>
    </dgm:pt>
    <dgm:pt modelId="{10AD35D4-E7AD-4C4D-B1E8-E1104C6BFD89}" type="pres">
      <dgm:prSet presAssocID="{8E3DD3FE-90FA-460C-B79C-E59729C3A407}" presName="spaceRect" presStyleCnt="0"/>
      <dgm:spPr/>
    </dgm:pt>
    <dgm:pt modelId="{411E37FA-D044-40F7-9247-4B07A5784778}" type="pres">
      <dgm:prSet presAssocID="{8E3DD3FE-90FA-460C-B79C-E59729C3A407}" presName="parTx" presStyleLbl="revTx" presStyleIdx="3" presStyleCnt="5">
        <dgm:presLayoutVars>
          <dgm:chMax val="0"/>
          <dgm:chPref val="0"/>
        </dgm:presLayoutVars>
      </dgm:prSet>
      <dgm:spPr/>
    </dgm:pt>
    <dgm:pt modelId="{3E302CD9-7305-45EC-9404-F2493D949F0F}" type="pres">
      <dgm:prSet presAssocID="{511534B7-665E-4C4F-A484-3CBCBBEAD9F6}" presName="sibTrans" presStyleCnt="0"/>
      <dgm:spPr/>
    </dgm:pt>
    <dgm:pt modelId="{72039E2B-A307-4587-B1C8-830ED3E3C797}" type="pres">
      <dgm:prSet presAssocID="{CC1F6DE3-1115-406B-AEC9-D3BC6C7F525B}" presName="compNode" presStyleCnt="0"/>
      <dgm:spPr/>
    </dgm:pt>
    <dgm:pt modelId="{32BF6AD3-AE9F-42D5-94F4-56EB6C120FE2}" type="pres">
      <dgm:prSet presAssocID="{CC1F6DE3-1115-406B-AEC9-D3BC6C7F525B}" presName="bgRect" presStyleLbl="bgShp" presStyleIdx="4" presStyleCnt="5"/>
      <dgm:spPr/>
    </dgm:pt>
    <dgm:pt modelId="{E2E1AFFF-18DB-4A9B-8D81-2A4271475084}" type="pres">
      <dgm:prSet presAssocID="{CC1F6DE3-1115-406B-AEC9-D3BC6C7F525B}"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Check List"/>
        </a:ext>
      </dgm:extLst>
    </dgm:pt>
    <dgm:pt modelId="{55E06C23-09D1-4CEE-954E-4246112C62C3}" type="pres">
      <dgm:prSet presAssocID="{CC1F6DE3-1115-406B-AEC9-D3BC6C7F525B}" presName="spaceRect" presStyleCnt="0"/>
      <dgm:spPr/>
    </dgm:pt>
    <dgm:pt modelId="{99992F26-5BF4-4153-BCAB-0398E54287FE}" type="pres">
      <dgm:prSet presAssocID="{CC1F6DE3-1115-406B-AEC9-D3BC6C7F525B}" presName="parTx" presStyleLbl="revTx" presStyleIdx="4" presStyleCnt="5">
        <dgm:presLayoutVars>
          <dgm:chMax val="0"/>
          <dgm:chPref val="0"/>
        </dgm:presLayoutVars>
      </dgm:prSet>
      <dgm:spPr/>
    </dgm:pt>
  </dgm:ptLst>
  <dgm:cxnLst>
    <dgm:cxn modelId="{F2212718-DC83-4043-8909-2A2AE5159F02}" srcId="{4E15004C-C324-4653-9B60-231119B7CC22}" destId="{CC1F6DE3-1115-406B-AEC9-D3BC6C7F525B}" srcOrd="4" destOrd="0" parTransId="{BF249D37-3D8C-4BE1-879D-181911B37D91}" sibTransId="{F991AEF9-66AF-46DD-BD0F-0FB465AA5BBA}"/>
    <dgm:cxn modelId="{C229FE20-4430-45AB-9BAC-AEAD202E6435}" srcId="{4E15004C-C324-4653-9B60-231119B7CC22}" destId="{7E4156CC-28F5-4510-8796-EE88933A0929}" srcOrd="0" destOrd="0" parTransId="{E9C776EB-071E-4ED2-BDEB-0F8D73E34D81}" sibTransId="{BDDC0AC4-F92B-44F6-AF34-2FA10638ABAB}"/>
    <dgm:cxn modelId="{25D96F5D-0A0D-4364-ACC6-859C7FAF34C1}" type="presOf" srcId="{CC1F6DE3-1115-406B-AEC9-D3BC6C7F525B}" destId="{99992F26-5BF4-4153-BCAB-0398E54287FE}" srcOrd="0" destOrd="0" presId="urn:microsoft.com/office/officeart/2018/2/layout/IconVerticalSolidList"/>
    <dgm:cxn modelId="{2707EF43-72D1-4735-BCE8-9B4F8D39DA9C}" type="presOf" srcId="{7E4156CC-28F5-4510-8796-EE88933A0929}" destId="{49CC59A0-6FFA-48DD-835F-491444A1D810}" srcOrd="0" destOrd="0" presId="urn:microsoft.com/office/officeart/2018/2/layout/IconVerticalSolidList"/>
    <dgm:cxn modelId="{BBCA2F6A-6604-4EDD-AA85-7FC57C919566}" srcId="{4E15004C-C324-4653-9B60-231119B7CC22}" destId="{8E3DD3FE-90FA-460C-B79C-E59729C3A407}" srcOrd="3" destOrd="0" parTransId="{31BC8901-2C07-4FAC-8818-337F35C966DF}" sibTransId="{511534B7-665E-4C4F-A484-3CBCBBEAD9F6}"/>
    <dgm:cxn modelId="{C78A5FB5-E6DE-4EA3-B74E-375F44FECA68}" srcId="{4E15004C-C324-4653-9B60-231119B7CC22}" destId="{10199EAA-98F8-4AC8-A1CE-D0D3510EDA70}" srcOrd="2" destOrd="0" parTransId="{12602DFB-950F-43B4-97F1-7871E199CFE2}" sibTransId="{8755CB7C-7F1F-4F15-A1F7-629A73D10B1B}"/>
    <dgm:cxn modelId="{C6B4C6D4-B3AD-46FA-AB22-E6CC1BA26796}" type="presOf" srcId="{7ABF34F6-61A3-4E49-B0F6-AFA403CE48FD}" destId="{67463C8F-47BF-4421-AC47-F1B2AB2FEB3F}" srcOrd="0" destOrd="0" presId="urn:microsoft.com/office/officeart/2018/2/layout/IconVerticalSolidList"/>
    <dgm:cxn modelId="{3BEEEEDA-7381-4AE8-9584-B443E9A4EE45}" type="presOf" srcId="{10199EAA-98F8-4AC8-A1CE-D0D3510EDA70}" destId="{D485582C-5FB8-4DF9-B009-69BEE15A5C5D}" srcOrd="0" destOrd="0" presId="urn:microsoft.com/office/officeart/2018/2/layout/IconVerticalSolidList"/>
    <dgm:cxn modelId="{55815EEB-8E96-4428-9AB6-C1BA8F93751D}" srcId="{4E15004C-C324-4653-9B60-231119B7CC22}" destId="{7ABF34F6-61A3-4E49-B0F6-AFA403CE48FD}" srcOrd="1" destOrd="0" parTransId="{B7D09D4D-6679-4F41-B747-C9B34C6EC34C}" sibTransId="{F1CFB33F-EFE1-472A-9FD6-DA517D507387}"/>
    <dgm:cxn modelId="{1B9AF1F3-4ABD-475E-AEDC-370ADC4AC9AB}" type="presOf" srcId="{4E15004C-C324-4653-9B60-231119B7CC22}" destId="{A6D5514B-476A-42BD-AEB4-4A8C0EB888AE}" srcOrd="0" destOrd="0" presId="urn:microsoft.com/office/officeart/2018/2/layout/IconVerticalSolidList"/>
    <dgm:cxn modelId="{C1AEEAF5-8B8D-4729-A71C-AB478126B940}" type="presOf" srcId="{8E3DD3FE-90FA-460C-B79C-E59729C3A407}" destId="{411E37FA-D044-40F7-9247-4B07A5784778}" srcOrd="0" destOrd="0" presId="urn:microsoft.com/office/officeart/2018/2/layout/IconVerticalSolidList"/>
    <dgm:cxn modelId="{DFB8286A-D657-445B-AB8E-ECA7FC2F1337}" type="presParOf" srcId="{A6D5514B-476A-42BD-AEB4-4A8C0EB888AE}" destId="{7926C206-1D38-4B5D-A676-F33E1B25E3F3}" srcOrd="0" destOrd="0" presId="urn:microsoft.com/office/officeart/2018/2/layout/IconVerticalSolidList"/>
    <dgm:cxn modelId="{473A22A0-4349-43B0-9961-FF202B857605}" type="presParOf" srcId="{7926C206-1D38-4B5D-A676-F33E1B25E3F3}" destId="{A0AC19D8-B61E-4184-B5A7-7EB5592231C1}" srcOrd="0" destOrd="0" presId="urn:microsoft.com/office/officeart/2018/2/layout/IconVerticalSolidList"/>
    <dgm:cxn modelId="{06672C9C-06C0-47CC-A7EE-EE884D9B1B21}" type="presParOf" srcId="{7926C206-1D38-4B5D-A676-F33E1B25E3F3}" destId="{CB33FDCB-510B-4DFE-A0B4-67962FBD8F1C}" srcOrd="1" destOrd="0" presId="urn:microsoft.com/office/officeart/2018/2/layout/IconVerticalSolidList"/>
    <dgm:cxn modelId="{6164702A-6209-4F4B-93AD-92FCA9E07014}" type="presParOf" srcId="{7926C206-1D38-4B5D-A676-F33E1B25E3F3}" destId="{73991A2F-79E3-42A0-9CB0-4D8ED701C1CC}" srcOrd="2" destOrd="0" presId="urn:microsoft.com/office/officeart/2018/2/layout/IconVerticalSolidList"/>
    <dgm:cxn modelId="{2C769627-A5F5-41F0-ADC9-BC17842F5586}" type="presParOf" srcId="{7926C206-1D38-4B5D-A676-F33E1B25E3F3}" destId="{49CC59A0-6FFA-48DD-835F-491444A1D810}" srcOrd="3" destOrd="0" presId="urn:microsoft.com/office/officeart/2018/2/layout/IconVerticalSolidList"/>
    <dgm:cxn modelId="{078B5F28-C7B1-4142-8385-2CA22011E1F5}" type="presParOf" srcId="{A6D5514B-476A-42BD-AEB4-4A8C0EB888AE}" destId="{B03B6859-3978-4723-ABCC-204B55E46232}" srcOrd="1" destOrd="0" presId="urn:microsoft.com/office/officeart/2018/2/layout/IconVerticalSolidList"/>
    <dgm:cxn modelId="{D2B96A40-F221-4C44-BE29-FAA41C1F8C8F}" type="presParOf" srcId="{A6D5514B-476A-42BD-AEB4-4A8C0EB888AE}" destId="{8A5FCCDE-8ABD-4E5F-87B3-90E91BE31610}" srcOrd="2" destOrd="0" presId="urn:microsoft.com/office/officeart/2018/2/layout/IconVerticalSolidList"/>
    <dgm:cxn modelId="{3CEFB30C-ADA4-42BC-BD21-128964F915EB}" type="presParOf" srcId="{8A5FCCDE-8ABD-4E5F-87B3-90E91BE31610}" destId="{A172AA81-6909-47F0-8671-A425D0DD4A63}" srcOrd="0" destOrd="0" presId="urn:microsoft.com/office/officeart/2018/2/layout/IconVerticalSolidList"/>
    <dgm:cxn modelId="{27D222A3-B2BC-466E-976C-A592C8E0FC5B}" type="presParOf" srcId="{8A5FCCDE-8ABD-4E5F-87B3-90E91BE31610}" destId="{B254FBBF-640B-4CF5-95F8-1BDF9219AD78}" srcOrd="1" destOrd="0" presId="urn:microsoft.com/office/officeart/2018/2/layout/IconVerticalSolidList"/>
    <dgm:cxn modelId="{7ED325C1-5208-4F78-BF46-E7D227E13821}" type="presParOf" srcId="{8A5FCCDE-8ABD-4E5F-87B3-90E91BE31610}" destId="{39531E1E-B7EA-496B-AC0F-BC126211A5E4}" srcOrd="2" destOrd="0" presId="urn:microsoft.com/office/officeart/2018/2/layout/IconVerticalSolidList"/>
    <dgm:cxn modelId="{B369EA60-FE06-4ED1-A553-0C21A38D636F}" type="presParOf" srcId="{8A5FCCDE-8ABD-4E5F-87B3-90E91BE31610}" destId="{67463C8F-47BF-4421-AC47-F1B2AB2FEB3F}" srcOrd="3" destOrd="0" presId="urn:microsoft.com/office/officeart/2018/2/layout/IconVerticalSolidList"/>
    <dgm:cxn modelId="{A4BBE509-E765-4A41-91D7-DB3EB37D9C07}" type="presParOf" srcId="{A6D5514B-476A-42BD-AEB4-4A8C0EB888AE}" destId="{E11C9325-365E-4402-8A8B-EFDBD10BC388}" srcOrd="3" destOrd="0" presId="urn:microsoft.com/office/officeart/2018/2/layout/IconVerticalSolidList"/>
    <dgm:cxn modelId="{089A98EE-9810-4CA9-8928-7ADDAD215E8D}" type="presParOf" srcId="{A6D5514B-476A-42BD-AEB4-4A8C0EB888AE}" destId="{A9855930-5CDF-4D42-96CE-EE6E82899AD5}" srcOrd="4" destOrd="0" presId="urn:microsoft.com/office/officeart/2018/2/layout/IconVerticalSolidList"/>
    <dgm:cxn modelId="{54A8750E-23E8-4EA2-B743-62937489E9FE}" type="presParOf" srcId="{A9855930-5CDF-4D42-96CE-EE6E82899AD5}" destId="{BF89CD4C-D40C-4033-8757-E64AF407149B}" srcOrd="0" destOrd="0" presId="urn:microsoft.com/office/officeart/2018/2/layout/IconVerticalSolidList"/>
    <dgm:cxn modelId="{0471AD9E-1BF1-437F-BA50-09CD90052218}" type="presParOf" srcId="{A9855930-5CDF-4D42-96CE-EE6E82899AD5}" destId="{D3EB4B28-4A1A-4B15-912A-950AC1842322}" srcOrd="1" destOrd="0" presId="urn:microsoft.com/office/officeart/2018/2/layout/IconVerticalSolidList"/>
    <dgm:cxn modelId="{5293DF80-3E7E-4CF9-AE86-986B185C6988}" type="presParOf" srcId="{A9855930-5CDF-4D42-96CE-EE6E82899AD5}" destId="{7807E699-B604-495A-BE08-10EB47F68282}" srcOrd="2" destOrd="0" presId="urn:microsoft.com/office/officeart/2018/2/layout/IconVerticalSolidList"/>
    <dgm:cxn modelId="{E2A5ADDF-83E1-4138-949C-F1782A0446C6}" type="presParOf" srcId="{A9855930-5CDF-4D42-96CE-EE6E82899AD5}" destId="{D485582C-5FB8-4DF9-B009-69BEE15A5C5D}" srcOrd="3" destOrd="0" presId="urn:microsoft.com/office/officeart/2018/2/layout/IconVerticalSolidList"/>
    <dgm:cxn modelId="{EE20A04B-1C97-456C-B659-1DE9D7425DB2}" type="presParOf" srcId="{A6D5514B-476A-42BD-AEB4-4A8C0EB888AE}" destId="{C972C19C-0B8B-4084-9BD6-E5CBA3FBDFB2}" srcOrd="5" destOrd="0" presId="urn:microsoft.com/office/officeart/2018/2/layout/IconVerticalSolidList"/>
    <dgm:cxn modelId="{CAF2606B-9496-43A4-8823-AA97711554AA}" type="presParOf" srcId="{A6D5514B-476A-42BD-AEB4-4A8C0EB888AE}" destId="{DF94899D-7BC9-42DA-BB2F-450DFAF6FD10}" srcOrd="6" destOrd="0" presId="urn:microsoft.com/office/officeart/2018/2/layout/IconVerticalSolidList"/>
    <dgm:cxn modelId="{2B6D1AC7-DD2C-43F7-9D84-C26E21626F2A}" type="presParOf" srcId="{DF94899D-7BC9-42DA-BB2F-450DFAF6FD10}" destId="{4394CA71-2821-4E06-BA54-4990DB9E54BD}" srcOrd="0" destOrd="0" presId="urn:microsoft.com/office/officeart/2018/2/layout/IconVerticalSolidList"/>
    <dgm:cxn modelId="{75B040AB-E446-4E38-977D-2A0B3D9DD53D}" type="presParOf" srcId="{DF94899D-7BC9-42DA-BB2F-450DFAF6FD10}" destId="{73B89CC9-5F52-47B4-A106-3966CC9034AC}" srcOrd="1" destOrd="0" presId="urn:microsoft.com/office/officeart/2018/2/layout/IconVerticalSolidList"/>
    <dgm:cxn modelId="{61E639B6-9F59-4731-9BA8-E25E0FC7DB13}" type="presParOf" srcId="{DF94899D-7BC9-42DA-BB2F-450DFAF6FD10}" destId="{10AD35D4-E7AD-4C4D-B1E8-E1104C6BFD89}" srcOrd="2" destOrd="0" presId="urn:microsoft.com/office/officeart/2018/2/layout/IconVerticalSolidList"/>
    <dgm:cxn modelId="{48DCDA9F-BCEA-4A2B-9A6E-AA2DAA9C8676}" type="presParOf" srcId="{DF94899D-7BC9-42DA-BB2F-450DFAF6FD10}" destId="{411E37FA-D044-40F7-9247-4B07A5784778}" srcOrd="3" destOrd="0" presId="urn:microsoft.com/office/officeart/2018/2/layout/IconVerticalSolidList"/>
    <dgm:cxn modelId="{7ED5BF8E-16E7-468F-A9A1-8A09D40C08EB}" type="presParOf" srcId="{A6D5514B-476A-42BD-AEB4-4A8C0EB888AE}" destId="{3E302CD9-7305-45EC-9404-F2493D949F0F}" srcOrd="7" destOrd="0" presId="urn:microsoft.com/office/officeart/2018/2/layout/IconVerticalSolidList"/>
    <dgm:cxn modelId="{7DAFC38B-2CC5-47AF-9C86-BE0C73ACE9D4}" type="presParOf" srcId="{A6D5514B-476A-42BD-AEB4-4A8C0EB888AE}" destId="{72039E2B-A307-4587-B1C8-830ED3E3C797}" srcOrd="8" destOrd="0" presId="urn:microsoft.com/office/officeart/2018/2/layout/IconVerticalSolidList"/>
    <dgm:cxn modelId="{27C2A30C-1139-453C-8721-7D19114021FC}" type="presParOf" srcId="{72039E2B-A307-4587-B1C8-830ED3E3C797}" destId="{32BF6AD3-AE9F-42D5-94F4-56EB6C120FE2}" srcOrd="0" destOrd="0" presId="urn:microsoft.com/office/officeart/2018/2/layout/IconVerticalSolidList"/>
    <dgm:cxn modelId="{DA562C78-A687-4104-95E7-CC6EA1F8EDC3}" type="presParOf" srcId="{72039E2B-A307-4587-B1C8-830ED3E3C797}" destId="{E2E1AFFF-18DB-4A9B-8D81-2A4271475084}" srcOrd="1" destOrd="0" presId="urn:microsoft.com/office/officeart/2018/2/layout/IconVerticalSolidList"/>
    <dgm:cxn modelId="{06C5474E-10B2-41A6-92D5-4012F50413EA}" type="presParOf" srcId="{72039E2B-A307-4587-B1C8-830ED3E3C797}" destId="{55E06C23-09D1-4CEE-954E-4246112C62C3}" srcOrd="2" destOrd="0" presId="urn:microsoft.com/office/officeart/2018/2/layout/IconVerticalSolidList"/>
    <dgm:cxn modelId="{E6719433-855A-4DCF-9E38-E88D9BB8C32D}" type="presParOf" srcId="{72039E2B-A307-4587-B1C8-830ED3E3C797}" destId="{99992F26-5BF4-4153-BCAB-0398E54287F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D924527-0B41-459B-A96B-6D7D9FC41C14}"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ACE54517-FF98-48D8-96C8-B21C5C36E066}">
      <dgm:prSet/>
      <dgm:spPr/>
      <dgm:t>
        <a:bodyPr/>
        <a:lstStyle/>
        <a:p>
          <a:r>
            <a:rPr lang="en-IN" b="1" dirty="0">
              <a:latin typeface="Times New Roman" panose="02020603050405020304" pitchFamily="18" charset="0"/>
              <a:cs typeface="Times New Roman" panose="02020603050405020304" pitchFamily="18" charset="0"/>
            </a:rPr>
            <a:t>Start Finance Backend</a:t>
          </a:r>
          <a:r>
            <a:rPr lang="en-IN"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dgm:t>
    </dgm:pt>
    <dgm:pt modelId="{3DC2EAF4-C874-4494-A7CE-1B8952FE50BC}" type="parTrans" cxnId="{A80FE691-FBC6-4582-BE39-ECBC3837F716}">
      <dgm:prSet/>
      <dgm:spPr/>
      <dgm:t>
        <a:bodyPr/>
        <a:lstStyle/>
        <a:p>
          <a:endParaRPr lang="en-US"/>
        </a:p>
      </dgm:t>
    </dgm:pt>
    <dgm:pt modelId="{D2B4510D-8BB9-49C0-980E-3B775D1CC10B}" type="sibTrans" cxnId="{A80FE691-FBC6-4582-BE39-ECBC3837F716}">
      <dgm:prSet/>
      <dgm:spPr/>
      <dgm:t>
        <a:bodyPr/>
        <a:lstStyle/>
        <a:p>
          <a:endParaRPr lang="en-US"/>
        </a:p>
      </dgm:t>
    </dgm:pt>
    <dgm:pt modelId="{9342C5A8-042B-4A19-9E4D-4FC49681998B}">
      <dgm:prSet/>
      <dgm:spPr/>
      <dgm:t>
        <a:bodyPr/>
        <a:lstStyle/>
        <a:p>
          <a:r>
            <a:rPr lang="en-IN">
              <a:latin typeface="Times New Roman" panose="02020603050405020304" pitchFamily="18" charset="0"/>
              <a:cs typeface="Times New Roman" panose="02020603050405020304" pitchFamily="18" charset="0"/>
            </a:rPr>
            <a:t>node index.js </a:t>
          </a:r>
          <a:endParaRPr lang="en-US">
            <a:latin typeface="Times New Roman" panose="02020603050405020304" pitchFamily="18" charset="0"/>
            <a:cs typeface="Times New Roman" panose="02020603050405020304" pitchFamily="18" charset="0"/>
          </a:endParaRPr>
        </a:p>
      </dgm:t>
    </dgm:pt>
    <dgm:pt modelId="{F0232FFF-CFF6-46FA-A15B-FE43C6AB9D16}" type="parTrans" cxnId="{7E11EF2E-19A1-4F15-BDCE-97201B88AB89}">
      <dgm:prSet/>
      <dgm:spPr/>
      <dgm:t>
        <a:bodyPr/>
        <a:lstStyle/>
        <a:p>
          <a:endParaRPr lang="en-US"/>
        </a:p>
      </dgm:t>
    </dgm:pt>
    <dgm:pt modelId="{9D61E1C3-B304-4EE0-B2B4-285ADE7796A8}" type="sibTrans" cxnId="{7E11EF2E-19A1-4F15-BDCE-97201B88AB89}">
      <dgm:prSet/>
      <dgm:spPr/>
      <dgm:t>
        <a:bodyPr/>
        <a:lstStyle/>
        <a:p>
          <a:endParaRPr lang="en-US"/>
        </a:p>
      </dgm:t>
    </dgm:pt>
    <dgm:pt modelId="{9B6FEDDF-3726-43C3-BFF9-DADEE72E03B9}">
      <dgm:prSet/>
      <dgm:spPr/>
      <dgm:t>
        <a:bodyPr/>
        <a:lstStyle/>
        <a:p>
          <a:r>
            <a:rPr lang="en-IN" b="1" dirty="0">
              <a:latin typeface="Times New Roman" panose="02020603050405020304" pitchFamily="18" charset="0"/>
              <a:cs typeface="Times New Roman" panose="02020603050405020304" pitchFamily="18" charset="0"/>
            </a:rPr>
            <a:t>Launch Full Experiment Suite</a:t>
          </a:r>
          <a:r>
            <a:rPr lang="en-IN"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dgm:t>
    </dgm:pt>
    <dgm:pt modelId="{82F696BA-9A95-4B71-B2E6-F5ADF558BB9D}" type="parTrans" cxnId="{D1A3AF03-6F81-47C5-88B1-28D540DF4889}">
      <dgm:prSet/>
      <dgm:spPr/>
      <dgm:t>
        <a:bodyPr/>
        <a:lstStyle/>
        <a:p>
          <a:endParaRPr lang="en-US"/>
        </a:p>
      </dgm:t>
    </dgm:pt>
    <dgm:pt modelId="{9DDE9015-631D-4A96-A73F-7674675D1D6E}" type="sibTrans" cxnId="{D1A3AF03-6F81-47C5-88B1-28D540DF4889}">
      <dgm:prSet/>
      <dgm:spPr/>
      <dgm:t>
        <a:bodyPr/>
        <a:lstStyle/>
        <a:p>
          <a:endParaRPr lang="en-US"/>
        </a:p>
      </dgm:t>
    </dgm:pt>
    <dgm:pt modelId="{841664B2-2495-4744-8A0C-B5F94ABC5D58}">
      <dgm:prSet/>
      <dgm:spPr/>
      <dgm:t>
        <a:bodyPr/>
        <a:lstStyle/>
        <a:p>
          <a:r>
            <a:rPr lang="en-IN" dirty="0">
              <a:latin typeface="Times New Roman" panose="02020603050405020304" pitchFamily="18" charset="0"/>
              <a:cs typeface="Times New Roman" panose="02020603050405020304" pitchFamily="18" charset="0"/>
            </a:rPr>
            <a:t>python main.py run-all </a:t>
          </a:r>
          <a:endParaRPr lang="en-US" dirty="0">
            <a:latin typeface="Times New Roman" panose="02020603050405020304" pitchFamily="18" charset="0"/>
            <a:cs typeface="Times New Roman" panose="02020603050405020304" pitchFamily="18" charset="0"/>
          </a:endParaRPr>
        </a:p>
      </dgm:t>
    </dgm:pt>
    <dgm:pt modelId="{B8BE1ED6-1A3A-402B-9C0B-8DB55346C336}" type="parTrans" cxnId="{8A25A5E8-5038-48B6-909E-CBDEFB0EB8F1}">
      <dgm:prSet/>
      <dgm:spPr/>
      <dgm:t>
        <a:bodyPr/>
        <a:lstStyle/>
        <a:p>
          <a:endParaRPr lang="en-US"/>
        </a:p>
      </dgm:t>
    </dgm:pt>
    <dgm:pt modelId="{C8DF03FA-B8F5-48F4-85E9-7FEF4E255A75}" type="sibTrans" cxnId="{8A25A5E8-5038-48B6-909E-CBDEFB0EB8F1}">
      <dgm:prSet/>
      <dgm:spPr/>
      <dgm:t>
        <a:bodyPr/>
        <a:lstStyle/>
        <a:p>
          <a:endParaRPr lang="en-US"/>
        </a:p>
      </dgm:t>
    </dgm:pt>
    <dgm:pt modelId="{D676D766-A3B1-4E17-835F-3852687942ED}">
      <dgm:prSet/>
      <dgm:spPr/>
      <dgm:t>
        <a:bodyPr/>
        <a:lstStyle/>
        <a:p>
          <a:r>
            <a:rPr lang="en-IN" b="1">
              <a:latin typeface="Times New Roman" panose="02020603050405020304" pitchFamily="18" charset="0"/>
              <a:cs typeface="Times New Roman" panose="02020603050405020304" pitchFamily="18" charset="0"/>
            </a:rPr>
            <a:t>Observe agent–environment interaction</a:t>
          </a:r>
          <a:r>
            <a:rPr lang="en-IN">
              <a:latin typeface="Times New Roman" panose="02020603050405020304" pitchFamily="18" charset="0"/>
              <a:cs typeface="Times New Roman" panose="02020603050405020304" pitchFamily="18" charset="0"/>
            </a:rPr>
            <a:t> </a:t>
          </a:r>
          <a:endParaRPr lang="en-US">
            <a:latin typeface="Times New Roman" panose="02020603050405020304" pitchFamily="18" charset="0"/>
            <a:cs typeface="Times New Roman" panose="02020603050405020304" pitchFamily="18" charset="0"/>
          </a:endParaRPr>
        </a:p>
      </dgm:t>
    </dgm:pt>
    <dgm:pt modelId="{8730A654-48DA-4B55-8EAB-42D48085DB69}" type="parTrans" cxnId="{B8F922C6-4597-4046-B1F6-41AC6420E304}">
      <dgm:prSet/>
      <dgm:spPr/>
      <dgm:t>
        <a:bodyPr/>
        <a:lstStyle/>
        <a:p>
          <a:endParaRPr lang="en-US"/>
        </a:p>
      </dgm:t>
    </dgm:pt>
    <dgm:pt modelId="{12ED18DD-6E36-4663-9AB2-D919B8FF8773}" type="sibTrans" cxnId="{B8F922C6-4597-4046-B1F6-41AC6420E304}">
      <dgm:prSet/>
      <dgm:spPr/>
      <dgm:t>
        <a:bodyPr/>
        <a:lstStyle/>
        <a:p>
          <a:endParaRPr lang="en-US"/>
        </a:p>
      </dgm:t>
    </dgm:pt>
    <dgm:pt modelId="{3CE7C920-A1F1-493A-9B42-3E67995AC8A2}">
      <dgm:prSet/>
      <dgm:spPr/>
      <dgm:t>
        <a:bodyPr/>
        <a:lstStyle/>
        <a:p>
          <a:r>
            <a:rPr lang="en-IN">
              <a:latin typeface="Times New Roman" panose="02020603050405020304" pitchFamily="18" charset="0"/>
              <a:cs typeface="Times New Roman" panose="02020603050405020304" pitchFamily="18" charset="0"/>
            </a:rPr>
            <a:t>environment reset → LLM procedure → PPO actions → rewards → episode completion </a:t>
          </a:r>
          <a:endParaRPr lang="en-US">
            <a:latin typeface="Times New Roman" panose="02020603050405020304" pitchFamily="18" charset="0"/>
            <a:cs typeface="Times New Roman" panose="02020603050405020304" pitchFamily="18" charset="0"/>
          </a:endParaRPr>
        </a:p>
      </dgm:t>
    </dgm:pt>
    <dgm:pt modelId="{A933299F-E272-4C39-A355-E4B450D6F4C5}" type="parTrans" cxnId="{E9614882-6D71-4F77-9A88-6A0741EEE1F4}">
      <dgm:prSet/>
      <dgm:spPr/>
      <dgm:t>
        <a:bodyPr/>
        <a:lstStyle/>
        <a:p>
          <a:endParaRPr lang="en-US"/>
        </a:p>
      </dgm:t>
    </dgm:pt>
    <dgm:pt modelId="{3AE3D5F7-0D3A-4068-8F52-25423FE844E6}" type="sibTrans" cxnId="{E9614882-6D71-4F77-9A88-6A0741EEE1F4}">
      <dgm:prSet/>
      <dgm:spPr/>
      <dgm:t>
        <a:bodyPr/>
        <a:lstStyle/>
        <a:p>
          <a:endParaRPr lang="en-US"/>
        </a:p>
      </dgm:t>
    </dgm:pt>
    <dgm:pt modelId="{7A410525-D281-4B50-A5B9-DBA72B1AF4DD}">
      <dgm:prSet/>
      <dgm:spPr/>
      <dgm:t>
        <a:bodyPr/>
        <a:lstStyle/>
        <a:p>
          <a:r>
            <a:rPr lang="en-IN" b="1">
              <a:latin typeface="Times New Roman" panose="02020603050405020304" pitchFamily="18" charset="0"/>
              <a:cs typeface="Times New Roman" panose="02020603050405020304" pitchFamily="18" charset="0"/>
            </a:rPr>
            <a:t>Generated outputs</a:t>
          </a:r>
          <a:r>
            <a:rPr lang="en-IN">
              <a:latin typeface="Times New Roman" panose="02020603050405020304" pitchFamily="18" charset="0"/>
              <a:cs typeface="Times New Roman" panose="02020603050405020304" pitchFamily="18" charset="0"/>
            </a:rPr>
            <a:t> </a:t>
          </a:r>
          <a:endParaRPr lang="en-US">
            <a:latin typeface="Times New Roman" panose="02020603050405020304" pitchFamily="18" charset="0"/>
            <a:cs typeface="Times New Roman" panose="02020603050405020304" pitchFamily="18" charset="0"/>
          </a:endParaRPr>
        </a:p>
      </dgm:t>
    </dgm:pt>
    <dgm:pt modelId="{3290A829-F129-4858-9A4D-F4966BB304C4}" type="parTrans" cxnId="{87A64317-E79A-4E7C-B7B5-78EFC28ED00A}">
      <dgm:prSet/>
      <dgm:spPr/>
      <dgm:t>
        <a:bodyPr/>
        <a:lstStyle/>
        <a:p>
          <a:endParaRPr lang="en-US"/>
        </a:p>
      </dgm:t>
    </dgm:pt>
    <dgm:pt modelId="{35BCF0A3-70A5-4B2E-979E-8709492C4017}" type="sibTrans" cxnId="{87A64317-E79A-4E7C-B7B5-78EFC28ED00A}">
      <dgm:prSet/>
      <dgm:spPr/>
      <dgm:t>
        <a:bodyPr/>
        <a:lstStyle/>
        <a:p>
          <a:endParaRPr lang="en-US"/>
        </a:p>
      </dgm:t>
    </dgm:pt>
    <dgm:pt modelId="{CC9B1700-828D-461C-A8FD-9D76D123824D}">
      <dgm:prSet/>
      <dgm:spPr/>
      <dgm:t>
        <a:bodyPr/>
        <a:lstStyle/>
        <a:p>
          <a:r>
            <a:rPr lang="en-IN">
              <a:latin typeface="Times New Roman" panose="02020603050405020304" pitchFamily="18" charset="0"/>
              <a:cs typeface="Times New Roman" panose="02020603050405020304" pitchFamily="18" charset="0"/>
            </a:rPr>
            <a:t>trained models, logs, metrics, Excel summaries and comparison graphs</a:t>
          </a:r>
          <a:endParaRPr lang="en-US">
            <a:latin typeface="Times New Roman" panose="02020603050405020304" pitchFamily="18" charset="0"/>
            <a:cs typeface="Times New Roman" panose="02020603050405020304" pitchFamily="18" charset="0"/>
          </a:endParaRPr>
        </a:p>
      </dgm:t>
    </dgm:pt>
    <dgm:pt modelId="{92DBBE47-39A4-463B-8F15-4682BE0D0F74}" type="parTrans" cxnId="{816C9075-F492-406D-8F1B-E9D9EBDE28C3}">
      <dgm:prSet/>
      <dgm:spPr/>
      <dgm:t>
        <a:bodyPr/>
        <a:lstStyle/>
        <a:p>
          <a:endParaRPr lang="en-US"/>
        </a:p>
      </dgm:t>
    </dgm:pt>
    <dgm:pt modelId="{170A818E-7890-47BD-82BD-585F84C0FEF7}" type="sibTrans" cxnId="{816C9075-F492-406D-8F1B-E9D9EBDE28C3}">
      <dgm:prSet/>
      <dgm:spPr/>
      <dgm:t>
        <a:bodyPr/>
        <a:lstStyle/>
        <a:p>
          <a:endParaRPr lang="en-US"/>
        </a:p>
      </dgm:t>
    </dgm:pt>
    <dgm:pt modelId="{469B5EDA-228F-4D1E-B7FF-E510FF0D3A3F}" type="pres">
      <dgm:prSet presAssocID="{1D924527-0B41-459B-A96B-6D7D9FC41C14}" presName="root" presStyleCnt="0">
        <dgm:presLayoutVars>
          <dgm:dir/>
          <dgm:resizeHandles val="exact"/>
        </dgm:presLayoutVars>
      </dgm:prSet>
      <dgm:spPr/>
    </dgm:pt>
    <dgm:pt modelId="{A9C51DCC-1179-49FB-8606-794B3488C77D}" type="pres">
      <dgm:prSet presAssocID="{ACE54517-FF98-48D8-96C8-B21C5C36E066}" presName="compNode" presStyleCnt="0"/>
      <dgm:spPr/>
    </dgm:pt>
    <dgm:pt modelId="{8A90AA05-E16C-491D-ACF1-0011CFCAE11F}" type="pres">
      <dgm:prSet presAssocID="{ACE54517-FF98-48D8-96C8-B21C5C36E066}" presName="bgRect" presStyleLbl="bgShp" presStyleIdx="0" presStyleCnt="4"/>
      <dgm:spPr/>
    </dgm:pt>
    <dgm:pt modelId="{14E867D7-131E-4AF1-943C-7E5D68D53623}" type="pres">
      <dgm:prSet presAssocID="{ACE54517-FF98-48D8-96C8-B21C5C36E066}"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Database"/>
        </a:ext>
      </dgm:extLst>
    </dgm:pt>
    <dgm:pt modelId="{C2CE16EF-3372-434B-9F07-79BFB7A5E373}" type="pres">
      <dgm:prSet presAssocID="{ACE54517-FF98-48D8-96C8-B21C5C36E066}" presName="spaceRect" presStyleCnt="0"/>
      <dgm:spPr/>
    </dgm:pt>
    <dgm:pt modelId="{2FFBBF19-C8F2-462F-B64D-7ECF7498CA3F}" type="pres">
      <dgm:prSet presAssocID="{ACE54517-FF98-48D8-96C8-B21C5C36E066}" presName="parTx" presStyleLbl="revTx" presStyleIdx="0" presStyleCnt="8">
        <dgm:presLayoutVars>
          <dgm:chMax val="0"/>
          <dgm:chPref val="0"/>
        </dgm:presLayoutVars>
      </dgm:prSet>
      <dgm:spPr/>
    </dgm:pt>
    <dgm:pt modelId="{FC391C65-6A01-4AF6-9F2B-EBC8E17CE3CB}" type="pres">
      <dgm:prSet presAssocID="{ACE54517-FF98-48D8-96C8-B21C5C36E066}" presName="desTx" presStyleLbl="revTx" presStyleIdx="1" presStyleCnt="8">
        <dgm:presLayoutVars/>
      </dgm:prSet>
      <dgm:spPr/>
    </dgm:pt>
    <dgm:pt modelId="{CE3BB369-5757-47CA-BDF6-BABA6CA9C395}" type="pres">
      <dgm:prSet presAssocID="{D2B4510D-8BB9-49C0-980E-3B775D1CC10B}" presName="sibTrans" presStyleCnt="0"/>
      <dgm:spPr/>
    </dgm:pt>
    <dgm:pt modelId="{3B5055EF-39C2-4C93-9FBB-26DEE1A9F754}" type="pres">
      <dgm:prSet presAssocID="{9B6FEDDF-3726-43C3-BFF9-DADEE72E03B9}" presName="compNode" presStyleCnt="0"/>
      <dgm:spPr/>
    </dgm:pt>
    <dgm:pt modelId="{FC4C09B6-86C2-46E3-9CB8-598FF6873471}" type="pres">
      <dgm:prSet presAssocID="{9B6FEDDF-3726-43C3-BFF9-DADEE72E03B9}" presName="bgRect" presStyleLbl="bgShp" presStyleIdx="1" presStyleCnt="4"/>
      <dgm:spPr/>
    </dgm:pt>
    <dgm:pt modelId="{7A4CA240-DAA9-42E7-A616-7849392EF5D9}" type="pres">
      <dgm:prSet presAssocID="{9B6FEDDF-3726-43C3-BFF9-DADEE72E03B9}"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1E2CD91C-F4CA-45CF-B3D2-A879DD242B50}" type="pres">
      <dgm:prSet presAssocID="{9B6FEDDF-3726-43C3-BFF9-DADEE72E03B9}" presName="spaceRect" presStyleCnt="0"/>
      <dgm:spPr/>
    </dgm:pt>
    <dgm:pt modelId="{A8795270-B901-4FF7-8872-7EBC4A28E4C3}" type="pres">
      <dgm:prSet presAssocID="{9B6FEDDF-3726-43C3-BFF9-DADEE72E03B9}" presName="parTx" presStyleLbl="revTx" presStyleIdx="2" presStyleCnt="8">
        <dgm:presLayoutVars>
          <dgm:chMax val="0"/>
          <dgm:chPref val="0"/>
        </dgm:presLayoutVars>
      </dgm:prSet>
      <dgm:spPr/>
    </dgm:pt>
    <dgm:pt modelId="{8349D960-750E-4936-9B1F-4FE981CB074C}" type="pres">
      <dgm:prSet presAssocID="{9B6FEDDF-3726-43C3-BFF9-DADEE72E03B9}" presName="desTx" presStyleLbl="revTx" presStyleIdx="3" presStyleCnt="8">
        <dgm:presLayoutVars/>
      </dgm:prSet>
      <dgm:spPr/>
    </dgm:pt>
    <dgm:pt modelId="{900646B7-4AC8-4153-B65A-1EC536AA7AC1}" type="pres">
      <dgm:prSet presAssocID="{9DDE9015-631D-4A96-A73F-7674675D1D6E}" presName="sibTrans" presStyleCnt="0"/>
      <dgm:spPr/>
    </dgm:pt>
    <dgm:pt modelId="{EB439372-5C28-4C1E-BF2B-E416B2FBBED2}" type="pres">
      <dgm:prSet presAssocID="{D676D766-A3B1-4E17-835F-3852687942ED}" presName="compNode" presStyleCnt="0"/>
      <dgm:spPr/>
    </dgm:pt>
    <dgm:pt modelId="{BEC03D61-3D9D-49D2-BE6D-30AA7E0B6080}" type="pres">
      <dgm:prSet presAssocID="{D676D766-A3B1-4E17-835F-3852687942ED}" presName="bgRect" presStyleLbl="bgShp" presStyleIdx="2" presStyleCnt="4"/>
      <dgm:spPr/>
    </dgm:pt>
    <dgm:pt modelId="{A3A0395D-F5D3-45E0-B6CE-91940FECD19A}" type="pres">
      <dgm:prSet presAssocID="{D676D766-A3B1-4E17-835F-3852687942ED}"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User"/>
        </a:ext>
      </dgm:extLst>
    </dgm:pt>
    <dgm:pt modelId="{034FB66C-BC07-4BF6-B612-B038BD94415D}" type="pres">
      <dgm:prSet presAssocID="{D676D766-A3B1-4E17-835F-3852687942ED}" presName="spaceRect" presStyleCnt="0"/>
      <dgm:spPr/>
    </dgm:pt>
    <dgm:pt modelId="{5572A8A3-5ACF-47C6-A9D8-1E6898AF54FD}" type="pres">
      <dgm:prSet presAssocID="{D676D766-A3B1-4E17-835F-3852687942ED}" presName="parTx" presStyleLbl="revTx" presStyleIdx="4" presStyleCnt="8">
        <dgm:presLayoutVars>
          <dgm:chMax val="0"/>
          <dgm:chPref val="0"/>
        </dgm:presLayoutVars>
      </dgm:prSet>
      <dgm:spPr/>
    </dgm:pt>
    <dgm:pt modelId="{73E01D09-7867-46A2-8032-2BA82EC87CDF}" type="pres">
      <dgm:prSet presAssocID="{D676D766-A3B1-4E17-835F-3852687942ED}" presName="desTx" presStyleLbl="revTx" presStyleIdx="5" presStyleCnt="8">
        <dgm:presLayoutVars/>
      </dgm:prSet>
      <dgm:spPr/>
    </dgm:pt>
    <dgm:pt modelId="{DB7EC218-6260-4D8C-A4DF-C1CB66993ACF}" type="pres">
      <dgm:prSet presAssocID="{12ED18DD-6E36-4663-9AB2-D919B8FF8773}" presName="sibTrans" presStyleCnt="0"/>
      <dgm:spPr/>
    </dgm:pt>
    <dgm:pt modelId="{E6114067-F8DC-4BB1-ADA0-CC905244908B}" type="pres">
      <dgm:prSet presAssocID="{7A410525-D281-4B50-A5B9-DBA72B1AF4DD}" presName="compNode" presStyleCnt="0"/>
      <dgm:spPr/>
    </dgm:pt>
    <dgm:pt modelId="{04188D9F-8FB7-4B21-921D-C73F921823AC}" type="pres">
      <dgm:prSet presAssocID="{7A410525-D281-4B50-A5B9-DBA72B1AF4DD}" presName="bgRect" presStyleLbl="bgShp" presStyleIdx="3" presStyleCnt="4"/>
      <dgm:spPr/>
    </dgm:pt>
    <dgm:pt modelId="{4B55B495-4302-4A5B-AA8F-6EC253C67630}" type="pres">
      <dgm:prSet presAssocID="{7A410525-D281-4B50-A5B9-DBA72B1AF4DD}"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atistics"/>
        </a:ext>
      </dgm:extLst>
    </dgm:pt>
    <dgm:pt modelId="{1E2FEC05-8DBE-423A-9D53-EEE0E0DFF862}" type="pres">
      <dgm:prSet presAssocID="{7A410525-D281-4B50-A5B9-DBA72B1AF4DD}" presName="spaceRect" presStyleCnt="0"/>
      <dgm:spPr/>
    </dgm:pt>
    <dgm:pt modelId="{D131573D-D0E5-40DB-A2B4-C7C44EF27507}" type="pres">
      <dgm:prSet presAssocID="{7A410525-D281-4B50-A5B9-DBA72B1AF4DD}" presName="parTx" presStyleLbl="revTx" presStyleIdx="6" presStyleCnt="8">
        <dgm:presLayoutVars>
          <dgm:chMax val="0"/>
          <dgm:chPref val="0"/>
        </dgm:presLayoutVars>
      </dgm:prSet>
      <dgm:spPr/>
    </dgm:pt>
    <dgm:pt modelId="{9F03CEB1-AEF1-45AF-BDCD-308C7A8DF012}" type="pres">
      <dgm:prSet presAssocID="{7A410525-D281-4B50-A5B9-DBA72B1AF4DD}" presName="desTx" presStyleLbl="revTx" presStyleIdx="7" presStyleCnt="8">
        <dgm:presLayoutVars/>
      </dgm:prSet>
      <dgm:spPr/>
    </dgm:pt>
  </dgm:ptLst>
  <dgm:cxnLst>
    <dgm:cxn modelId="{D1A3AF03-6F81-47C5-88B1-28D540DF4889}" srcId="{1D924527-0B41-459B-A96B-6D7D9FC41C14}" destId="{9B6FEDDF-3726-43C3-BFF9-DADEE72E03B9}" srcOrd="1" destOrd="0" parTransId="{82F696BA-9A95-4B71-B2E6-F5ADF558BB9D}" sibTransId="{9DDE9015-631D-4A96-A73F-7674675D1D6E}"/>
    <dgm:cxn modelId="{87A64317-E79A-4E7C-B7B5-78EFC28ED00A}" srcId="{1D924527-0B41-459B-A96B-6D7D9FC41C14}" destId="{7A410525-D281-4B50-A5B9-DBA72B1AF4DD}" srcOrd="3" destOrd="0" parTransId="{3290A829-F129-4858-9A4D-F4966BB304C4}" sibTransId="{35BCF0A3-70A5-4B2E-979E-8709492C4017}"/>
    <dgm:cxn modelId="{D64CB424-EFEB-422B-8D21-A560F48B46EA}" type="presOf" srcId="{ACE54517-FF98-48D8-96C8-B21C5C36E066}" destId="{2FFBBF19-C8F2-462F-B64D-7ECF7498CA3F}" srcOrd="0" destOrd="0" presId="urn:microsoft.com/office/officeart/2018/2/layout/IconVerticalSolidList"/>
    <dgm:cxn modelId="{7E11EF2E-19A1-4F15-BDCE-97201B88AB89}" srcId="{ACE54517-FF98-48D8-96C8-B21C5C36E066}" destId="{9342C5A8-042B-4A19-9E4D-4FC49681998B}" srcOrd="0" destOrd="0" parTransId="{F0232FFF-CFF6-46FA-A15B-FE43C6AB9D16}" sibTransId="{9D61E1C3-B304-4EE0-B2B4-285ADE7796A8}"/>
    <dgm:cxn modelId="{464E003A-488E-47C7-9227-6072559BEBBF}" type="presOf" srcId="{9342C5A8-042B-4A19-9E4D-4FC49681998B}" destId="{FC391C65-6A01-4AF6-9F2B-EBC8E17CE3CB}" srcOrd="0" destOrd="0" presId="urn:microsoft.com/office/officeart/2018/2/layout/IconVerticalSolidList"/>
    <dgm:cxn modelId="{68BBEC5B-1313-4A6E-9352-4F83873BE811}" type="presOf" srcId="{CC9B1700-828D-461C-A8FD-9D76D123824D}" destId="{9F03CEB1-AEF1-45AF-BDCD-308C7A8DF012}" srcOrd="0" destOrd="0" presId="urn:microsoft.com/office/officeart/2018/2/layout/IconVerticalSolidList"/>
    <dgm:cxn modelId="{EBD9A55D-2D61-4030-9E67-4A4D8225747B}" type="presOf" srcId="{841664B2-2495-4744-8A0C-B5F94ABC5D58}" destId="{8349D960-750E-4936-9B1F-4FE981CB074C}" srcOrd="0" destOrd="0" presId="urn:microsoft.com/office/officeart/2018/2/layout/IconVerticalSolidList"/>
    <dgm:cxn modelId="{2DEE2B4C-5FAF-4F92-8B8E-05A3D112677A}" type="presOf" srcId="{3CE7C920-A1F1-493A-9B42-3E67995AC8A2}" destId="{73E01D09-7867-46A2-8032-2BA82EC87CDF}" srcOrd="0" destOrd="0" presId="urn:microsoft.com/office/officeart/2018/2/layout/IconVerticalSolidList"/>
    <dgm:cxn modelId="{1D8B5C53-FD31-4D8F-9286-1DE6416E6DCA}" type="presOf" srcId="{1D924527-0B41-459B-A96B-6D7D9FC41C14}" destId="{469B5EDA-228F-4D1E-B7FF-E510FF0D3A3F}" srcOrd="0" destOrd="0" presId="urn:microsoft.com/office/officeart/2018/2/layout/IconVerticalSolidList"/>
    <dgm:cxn modelId="{816C9075-F492-406D-8F1B-E9D9EBDE28C3}" srcId="{7A410525-D281-4B50-A5B9-DBA72B1AF4DD}" destId="{CC9B1700-828D-461C-A8FD-9D76D123824D}" srcOrd="0" destOrd="0" parTransId="{92DBBE47-39A4-463B-8F15-4682BE0D0F74}" sibTransId="{170A818E-7890-47BD-82BD-585F84C0FEF7}"/>
    <dgm:cxn modelId="{E9614882-6D71-4F77-9A88-6A0741EEE1F4}" srcId="{D676D766-A3B1-4E17-835F-3852687942ED}" destId="{3CE7C920-A1F1-493A-9B42-3E67995AC8A2}" srcOrd="0" destOrd="0" parTransId="{A933299F-E272-4C39-A355-E4B450D6F4C5}" sibTransId="{3AE3D5F7-0D3A-4068-8F52-25423FE844E6}"/>
    <dgm:cxn modelId="{C2EF668B-5415-4007-8FE7-3BAC888EF121}" type="presOf" srcId="{D676D766-A3B1-4E17-835F-3852687942ED}" destId="{5572A8A3-5ACF-47C6-A9D8-1E6898AF54FD}" srcOrd="0" destOrd="0" presId="urn:microsoft.com/office/officeart/2018/2/layout/IconVerticalSolidList"/>
    <dgm:cxn modelId="{A80FE691-FBC6-4582-BE39-ECBC3837F716}" srcId="{1D924527-0B41-459B-A96B-6D7D9FC41C14}" destId="{ACE54517-FF98-48D8-96C8-B21C5C36E066}" srcOrd="0" destOrd="0" parTransId="{3DC2EAF4-C874-4494-A7CE-1B8952FE50BC}" sibTransId="{D2B4510D-8BB9-49C0-980E-3B775D1CC10B}"/>
    <dgm:cxn modelId="{C55A44A4-66B7-47FD-9886-B632E892BE0B}" type="presOf" srcId="{7A410525-D281-4B50-A5B9-DBA72B1AF4DD}" destId="{D131573D-D0E5-40DB-A2B4-C7C44EF27507}" srcOrd="0" destOrd="0" presId="urn:microsoft.com/office/officeart/2018/2/layout/IconVerticalSolidList"/>
    <dgm:cxn modelId="{B8F922C6-4597-4046-B1F6-41AC6420E304}" srcId="{1D924527-0B41-459B-A96B-6D7D9FC41C14}" destId="{D676D766-A3B1-4E17-835F-3852687942ED}" srcOrd="2" destOrd="0" parTransId="{8730A654-48DA-4B55-8EAB-42D48085DB69}" sibTransId="{12ED18DD-6E36-4663-9AB2-D919B8FF8773}"/>
    <dgm:cxn modelId="{8A25A5E8-5038-48B6-909E-CBDEFB0EB8F1}" srcId="{9B6FEDDF-3726-43C3-BFF9-DADEE72E03B9}" destId="{841664B2-2495-4744-8A0C-B5F94ABC5D58}" srcOrd="0" destOrd="0" parTransId="{B8BE1ED6-1A3A-402B-9C0B-8DB55346C336}" sibTransId="{C8DF03FA-B8F5-48F4-85E9-7FEF4E255A75}"/>
    <dgm:cxn modelId="{BBF4CFEF-F47A-4C81-B351-20A634C1D3E2}" type="presOf" srcId="{9B6FEDDF-3726-43C3-BFF9-DADEE72E03B9}" destId="{A8795270-B901-4FF7-8872-7EBC4A28E4C3}" srcOrd="0" destOrd="0" presId="urn:microsoft.com/office/officeart/2018/2/layout/IconVerticalSolidList"/>
    <dgm:cxn modelId="{58312791-4429-4E84-84DE-6560B7B60C99}" type="presParOf" srcId="{469B5EDA-228F-4D1E-B7FF-E510FF0D3A3F}" destId="{A9C51DCC-1179-49FB-8606-794B3488C77D}" srcOrd="0" destOrd="0" presId="urn:microsoft.com/office/officeart/2018/2/layout/IconVerticalSolidList"/>
    <dgm:cxn modelId="{1CEE08EC-1BFD-4680-9EE5-EC8234772008}" type="presParOf" srcId="{A9C51DCC-1179-49FB-8606-794B3488C77D}" destId="{8A90AA05-E16C-491D-ACF1-0011CFCAE11F}" srcOrd="0" destOrd="0" presId="urn:microsoft.com/office/officeart/2018/2/layout/IconVerticalSolidList"/>
    <dgm:cxn modelId="{A3143AB7-85BD-4EF3-B2C3-B6088C02C625}" type="presParOf" srcId="{A9C51DCC-1179-49FB-8606-794B3488C77D}" destId="{14E867D7-131E-4AF1-943C-7E5D68D53623}" srcOrd="1" destOrd="0" presId="urn:microsoft.com/office/officeart/2018/2/layout/IconVerticalSolidList"/>
    <dgm:cxn modelId="{398D0528-D79A-46F1-A572-E4142F465D6D}" type="presParOf" srcId="{A9C51DCC-1179-49FB-8606-794B3488C77D}" destId="{C2CE16EF-3372-434B-9F07-79BFB7A5E373}" srcOrd="2" destOrd="0" presId="urn:microsoft.com/office/officeart/2018/2/layout/IconVerticalSolidList"/>
    <dgm:cxn modelId="{03265B91-EBC6-44AF-9F06-0CB57BE70A3C}" type="presParOf" srcId="{A9C51DCC-1179-49FB-8606-794B3488C77D}" destId="{2FFBBF19-C8F2-462F-B64D-7ECF7498CA3F}" srcOrd="3" destOrd="0" presId="urn:microsoft.com/office/officeart/2018/2/layout/IconVerticalSolidList"/>
    <dgm:cxn modelId="{AEA38A74-21D8-4B7E-AD0A-58C39F3C508B}" type="presParOf" srcId="{A9C51DCC-1179-49FB-8606-794B3488C77D}" destId="{FC391C65-6A01-4AF6-9F2B-EBC8E17CE3CB}" srcOrd="4" destOrd="0" presId="urn:microsoft.com/office/officeart/2018/2/layout/IconVerticalSolidList"/>
    <dgm:cxn modelId="{E990804F-4C1B-475E-952A-80A505607FCD}" type="presParOf" srcId="{469B5EDA-228F-4D1E-B7FF-E510FF0D3A3F}" destId="{CE3BB369-5757-47CA-BDF6-BABA6CA9C395}" srcOrd="1" destOrd="0" presId="urn:microsoft.com/office/officeart/2018/2/layout/IconVerticalSolidList"/>
    <dgm:cxn modelId="{8672DA14-AE2E-419D-80EE-6CC09638D0C5}" type="presParOf" srcId="{469B5EDA-228F-4D1E-B7FF-E510FF0D3A3F}" destId="{3B5055EF-39C2-4C93-9FBB-26DEE1A9F754}" srcOrd="2" destOrd="0" presId="urn:microsoft.com/office/officeart/2018/2/layout/IconVerticalSolidList"/>
    <dgm:cxn modelId="{0231B26F-E072-405D-9657-E154CA4F5EEE}" type="presParOf" srcId="{3B5055EF-39C2-4C93-9FBB-26DEE1A9F754}" destId="{FC4C09B6-86C2-46E3-9CB8-598FF6873471}" srcOrd="0" destOrd="0" presId="urn:microsoft.com/office/officeart/2018/2/layout/IconVerticalSolidList"/>
    <dgm:cxn modelId="{03C59B79-1F35-414B-96BE-452C01D3DB85}" type="presParOf" srcId="{3B5055EF-39C2-4C93-9FBB-26DEE1A9F754}" destId="{7A4CA240-DAA9-42E7-A616-7849392EF5D9}" srcOrd="1" destOrd="0" presId="urn:microsoft.com/office/officeart/2018/2/layout/IconVerticalSolidList"/>
    <dgm:cxn modelId="{942A3A20-91C1-48E7-A5BD-A945749FEF36}" type="presParOf" srcId="{3B5055EF-39C2-4C93-9FBB-26DEE1A9F754}" destId="{1E2CD91C-F4CA-45CF-B3D2-A879DD242B50}" srcOrd="2" destOrd="0" presId="urn:microsoft.com/office/officeart/2018/2/layout/IconVerticalSolidList"/>
    <dgm:cxn modelId="{E3A75C6A-7B78-4D0F-84F2-E332DC12460B}" type="presParOf" srcId="{3B5055EF-39C2-4C93-9FBB-26DEE1A9F754}" destId="{A8795270-B901-4FF7-8872-7EBC4A28E4C3}" srcOrd="3" destOrd="0" presId="urn:microsoft.com/office/officeart/2018/2/layout/IconVerticalSolidList"/>
    <dgm:cxn modelId="{FD22DEBF-7D0A-4105-92B6-EF4F99EC3028}" type="presParOf" srcId="{3B5055EF-39C2-4C93-9FBB-26DEE1A9F754}" destId="{8349D960-750E-4936-9B1F-4FE981CB074C}" srcOrd="4" destOrd="0" presId="urn:microsoft.com/office/officeart/2018/2/layout/IconVerticalSolidList"/>
    <dgm:cxn modelId="{50750275-36DE-480C-8DC0-F7FEC9E11BDA}" type="presParOf" srcId="{469B5EDA-228F-4D1E-B7FF-E510FF0D3A3F}" destId="{900646B7-4AC8-4153-B65A-1EC536AA7AC1}" srcOrd="3" destOrd="0" presId="urn:microsoft.com/office/officeart/2018/2/layout/IconVerticalSolidList"/>
    <dgm:cxn modelId="{942763F2-3B4F-4704-BF88-3F725A7E9A64}" type="presParOf" srcId="{469B5EDA-228F-4D1E-B7FF-E510FF0D3A3F}" destId="{EB439372-5C28-4C1E-BF2B-E416B2FBBED2}" srcOrd="4" destOrd="0" presId="urn:microsoft.com/office/officeart/2018/2/layout/IconVerticalSolidList"/>
    <dgm:cxn modelId="{5C5C35B8-0944-43E6-8D65-BED19DED6B4B}" type="presParOf" srcId="{EB439372-5C28-4C1E-BF2B-E416B2FBBED2}" destId="{BEC03D61-3D9D-49D2-BE6D-30AA7E0B6080}" srcOrd="0" destOrd="0" presId="urn:microsoft.com/office/officeart/2018/2/layout/IconVerticalSolidList"/>
    <dgm:cxn modelId="{B6CDF1B5-1BFB-4810-BE1D-ABAEC6F05405}" type="presParOf" srcId="{EB439372-5C28-4C1E-BF2B-E416B2FBBED2}" destId="{A3A0395D-F5D3-45E0-B6CE-91940FECD19A}" srcOrd="1" destOrd="0" presId="urn:microsoft.com/office/officeart/2018/2/layout/IconVerticalSolidList"/>
    <dgm:cxn modelId="{02F2BC2F-3B0F-4DC0-8A2E-66D0F77E351F}" type="presParOf" srcId="{EB439372-5C28-4C1E-BF2B-E416B2FBBED2}" destId="{034FB66C-BC07-4BF6-B612-B038BD94415D}" srcOrd="2" destOrd="0" presId="urn:microsoft.com/office/officeart/2018/2/layout/IconVerticalSolidList"/>
    <dgm:cxn modelId="{01153272-B396-4573-A9D6-ABA97C1D20F4}" type="presParOf" srcId="{EB439372-5C28-4C1E-BF2B-E416B2FBBED2}" destId="{5572A8A3-5ACF-47C6-A9D8-1E6898AF54FD}" srcOrd="3" destOrd="0" presId="urn:microsoft.com/office/officeart/2018/2/layout/IconVerticalSolidList"/>
    <dgm:cxn modelId="{5AF315EE-FF59-46B9-89B3-411884C08DB3}" type="presParOf" srcId="{EB439372-5C28-4C1E-BF2B-E416B2FBBED2}" destId="{73E01D09-7867-46A2-8032-2BA82EC87CDF}" srcOrd="4" destOrd="0" presId="urn:microsoft.com/office/officeart/2018/2/layout/IconVerticalSolidList"/>
    <dgm:cxn modelId="{C393B840-C237-4357-BD12-96DFCFB0DE7B}" type="presParOf" srcId="{469B5EDA-228F-4D1E-B7FF-E510FF0D3A3F}" destId="{DB7EC218-6260-4D8C-A4DF-C1CB66993ACF}" srcOrd="5" destOrd="0" presId="urn:microsoft.com/office/officeart/2018/2/layout/IconVerticalSolidList"/>
    <dgm:cxn modelId="{F5C481AD-9B20-42E1-A511-D80FB6E7CF5D}" type="presParOf" srcId="{469B5EDA-228F-4D1E-B7FF-E510FF0D3A3F}" destId="{E6114067-F8DC-4BB1-ADA0-CC905244908B}" srcOrd="6" destOrd="0" presId="urn:microsoft.com/office/officeart/2018/2/layout/IconVerticalSolidList"/>
    <dgm:cxn modelId="{63ED9BB3-BB1D-4B97-9797-D8159F3677DA}" type="presParOf" srcId="{E6114067-F8DC-4BB1-ADA0-CC905244908B}" destId="{04188D9F-8FB7-4B21-921D-C73F921823AC}" srcOrd="0" destOrd="0" presId="urn:microsoft.com/office/officeart/2018/2/layout/IconVerticalSolidList"/>
    <dgm:cxn modelId="{8445B38C-BE17-4CC5-BB65-D939DBEEDAF7}" type="presParOf" srcId="{E6114067-F8DC-4BB1-ADA0-CC905244908B}" destId="{4B55B495-4302-4A5B-AA8F-6EC253C67630}" srcOrd="1" destOrd="0" presId="urn:microsoft.com/office/officeart/2018/2/layout/IconVerticalSolidList"/>
    <dgm:cxn modelId="{7C0D965A-8266-432A-BCFE-DC343A94A581}" type="presParOf" srcId="{E6114067-F8DC-4BB1-ADA0-CC905244908B}" destId="{1E2FEC05-8DBE-423A-9D53-EEE0E0DFF862}" srcOrd="2" destOrd="0" presId="urn:microsoft.com/office/officeart/2018/2/layout/IconVerticalSolidList"/>
    <dgm:cxn modelId="{C9A095A1-7B46-480F-8248-D38A006C5E44}" type="presParOf" srcId="{E6114067-F8DC-4BB1-ADA0-CC905244908B}" destId="{D131573D-D0E5-40DB-A2B4-C7C44EF27507}" srcOrd="3" destOrd="0" presId="urn:microsoft.com/office/officeart/2018/2/layout/IconVerticalSolidList"/>
    <dgm:cxn modelId="{20510259-1247-4F0F-B49E-0137789A83B3}" type="presParOf" srcId="{E6114067-F8DC-4BB1-ADA0-CC905244908B}" destId="{9F03CEB1-AEF1-45AF-BDCD-308C7A8DF012}"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DC3FB6-1550-47D3-BA43-685AF6C1148E}">
      <dsp:nvSpPr>
        <dsp:cNvPr id="0" name=""/>
        <dsp:cNvSpPr/>
      </dsp:nvSpPr>
      <dsp:spPr>
        <a:xfrm rot="5400000">
          <a:off x="143016" y="777756"/>
          <a:ext cx="1210696" cy="146318"/>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AA40A40-EC73-457C-9FEF-94941C43B08C}">
      <dsp:nvSpPr>
        <dsp:cNvPr id="0" name=""/>
        <dsp:cNvSpPr/>
      </dsp:nvSpPr>
      <dsp:spPr>
        <a:xfrm>
          <a:off x="418901" y="1210"/>
          <a:ext cx="1625757" cy="97545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dirty="0"/>
            <a:t>Introduction</a:t>
          </a:r>
          <a:endParaRPr lang="en-US" sz="1800" kern="1200" dirty="0"/>
        </a:p>
      </dsp:txBody>
      <dsp:txXfrm>
        <a:off x="447471" y="29780"/>
        <a:ext cx="1568617" cy="918314"/>
      </dsp:txXfrm>
    </dsp:sp>
    <dsp:sp modelId="{C420376F-8D34-481A-AA3A-7AE3F41071A2}">
      <dsp:nvSpPr>
        <dsp:cNvPr id="0" name=""/>
        <dsp:cNvSpPr/>
      </dsp:nvSpPr>
      <dsp:spPr>
        <a:xfrm rot="5400000">
          <a:off x="143016" y="1997074"/>
          <a:ext cx="1210696" cy="146318"/>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3485DA4-644C-4EC1-B557-8B82A9162F5E}">
      <dsp:nvSpPr>
        <dsp:cNvPr id="0" name=""/>
        <dsp:cNvSpPr/>
      </dsp:nvSpPr>
      <dsp:spPr>
        <a:xfrm>
          <a:off x="418901" y="1220528"/>
          <a:ext cx="1625757" cy="97545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a:t>Literature</a:t>
          </a:r>
          <a:endParaRPr lang="en-US" sz="1800" kern="1200"/>
        </a:p>
      </dsp:txBody>
      <dsp:txXfrm>
        <a:off x="447471" y="1249098"/>
        <a:ext cx="1568617" cy="918314"/>
      </dsp:txXfrm>
    </dsp:sp>
    <dsp:sp modelId="{A2CEF96B-3912-4944-B599-9DA60EF6A3D5}">
      <dsp:nvSpPr>
        <dsp:cNvPr id="0" name=""/>
        <dsp:cNvSpPr/>
      </dsp:nvSpPr>
      <dsp:spPr>
        <a:xfrm>
          <a:off x="752675" y="2606733"/>
          <a:ext cx="2153635" cy="146318"/>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5F273C9-6D85-4868-9020-868CDAD4ED8B}">
      <dsp:nvSpPr>
        <dsp:cNvPr id="0" name=""/>
        <dsp:cNvSpPr/>
      </dsp:nvSpPr>
      <dsp:spPr>
        <a:xfrm>
          <a:off x="418901" y="2439846"/>
          <a:ext cx="1625757" cy="97545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a:t>Architecture</a:t>
          </a:r>
          <a:endParaRPr lang="en-US" sz="1800" kern="1200"/>
        </a:p>
      </dsp:txBody>
      <dsp:txXfrm>
        <a:off x="447471" y="2468416"/>
        <a:ext cx="1568617" cy="918314"/>
      </dsp:txXfrm>
    </dsp:sp>
    <dsp:sp modelId="{378A7F8A-74D7-4B49-930B-B61C4DE554BF}">
      <dsp:nvSpPr>
        <dsp:cNvPr id="0" name=""/>
        <dsp:cNvSpPr/>
      </dsp:nvSpPr>
      <dsp:spPr>
        <a:xfrm rot="16200000">
          <a:off x="2305273" y="1997074"/>
          <a:ext cx="1210696" cy="146318"/>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AE58C63-AE42-4713-92F6-F9C718EE2D6C}">
      <dsp:nvSpPr>
        <dsp:cNvPr id="0" name=""/>
        <dsp:cNvSpPr/>
      </dsp:nvSpPr>
      <dsp:spPr>
        <a:xfrm>
          <a:off x="2581159" y="2439846"/>
          <a:ext cx="1625757" cy="97545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a:t>Experiment</a:t>
          </a:r>
          <a:endParaRPr lang="en-US" sz="1800" kern="1200"/>
        </a:p>
      </dsp:txBody>
      <dsp:txXfrm>
        <a:off x="2609729" y="2468416"/>
        <a:ext cx="1568617" cy="918314"/>
      </dsp:txXfrm>
    </dsp:sp>
    <dsp:sp modelId="{AC94312B-3652-47A1-B5B1-2B7136B651B6}">
      <dsp:nvSpPr>
        <dsp:cNvPr id="0" name=""/>
        <dsp:cNvSpPr/>
      </dsp:nvSpPr>
      <dsp:spPr>
        <a:xfrm rot="16200000">
          <a:off x="2305273" y="777756"/>
          <a:ext cx="1210696" cy="146318"/>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EED65DF-9F9B-4682-A886-81DC83E36691}">
      <dsp:nvSpPr>
        <dsp:cNvPr id="0" name=""/>
        <dsp:cNvSpPr/>
      </dsp:nvSpPr>
      <dsp:spPr>
        <a:xfrm>
          <a:off x="2581159" y="1220528"/>
          <a:ext cx="1625757" cy="97545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a:t>Demonstration</a:t>
          </a:r>
          <a:endParaRPr lang="en-US" sz="1800" kern="1200"/>
        </a:p>
      </dsp:txBody>
      <dsp:txXfrm>
        <a:off x="2609729" y="1249098"/>
        <a:ext cx="1568617" cy="918314"/>
      </dsp:txXfrm>
    </dsp:sp>
    <dsp:sp modelId="{96E61614-6B89-4887-8594-1ABFF86C63FB}">
      <dsp:nvSpPr>
        <dsp:cNvPr id="0" name=""/>
        <dsp:cNvSpPr/>
      </dsp:nvSpPr>
      <dsp:spPr>
        <a:xfrm>
          <a:off x="2914932" y="168097"/>
          <a:ext cx="2153635" cy="146318"/>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6B3B8F3-DCEC-41EA-BE45-4DFEDE55EB71}">
      <dsp:nvSpPr>
        <dsp:cNvPr id="0" name=""/>
        <dsp:cNvSpPr/>
      </dsp:nvSpPr>
      <dsp:spPr>
        <a:xfrm>
          <a:off x="2581159" y="1210"/>
          <a:ext cx="1625757" cy="97545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dirty="0"/>
            <a:t>Results &amp; Findings</a:t>
          </a:r>
          <a:endParaRPr lang="en-US" sz="1800" kern="1200" dirty="0"/>
        </a:p>
      </dsp:txBody>
      <dsp:txXfrm>
        <a:off x="2609729" y="29780"/>
        <a:ext cx="1568617" cy="918314"/>
      </dsp:txXfrm>
    </dsp:sp>
    <dsp:sp modelId="{7766397E-B3C1-4A1B-90A7-BD8FCD067F81}">
      <dsp:nvSpPr>
        <dsp:cNvPr id="0" name=""/>
        <dsp:cNvSpPr/>
      </dsp:nvSpPr>
      <dsp:spPr>
        <a:xfrm rot="5400000">
          <a:off x="4467531" y="777756"/>
          <a:ext cx="1210696" cy="146318"/>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524D6AE-CA9D-4449-AAC3-A7BC14F809FC}">
      <dsp:nvSpPr>
        <dsp:cNvPr id="0" name=""/>
        <dsp:cNvSpPr/>
      </dsp:nvSpPr>
      <dsp:spPr>
        <a:xfrm>
          <a:off x="4743416" y="1210"/>
          <a:ext cx="1625757" cy="97545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a:t>Limitations</a:t>
          </a:r>
          <a:endParaRPr lang="en-US" sz="1800" kern="1200"/>
        </a:p>
      </dsp:txBody>
      <dsp:txXfrm>
        <a:off x="4771986" y="29780"/>
        <a:ext cx="1568617" cy="918314"/>
      </dsp:txXfrm>
    </dsp:sp>
    <dsp:sp modelId="{C4FADECF-E28C-48F4-A997-383BB5724CE7}">
      <dsp:nvSpPr>
        <dsp:cNvPr id="0" name=""/>
        <dsp:cNvSpPr/>
      </dsp:nvSpPr>
      <dsp:spPr>
        <a:xfrm rot="5400000">
          <a:off x="4467531" y="1997074"/>
          <a:ext cx="1210696" cy="146318"/>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70B1665B-EEB7-438F-A0EA-8ADF4906310E}">
      <dsp:nvSpPr>
        <dsp:cNvPr id="0" name=""/>
        <dsp:cNvSpPr/>
      </dsp:nvSpPr>
      <dsp:spPr>
        <a:xfrm>
          <a:off x="4743416" y="1220528"/>
          <a:ext cx="1625757" cy="97545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a:t>Conclusion</a:t>
          </a:r>
          <a:endParaRPr lang="en-US" sz="1800" kern="1200"/>
        </a:p>
      </dsp:txBody>
      <dsp:txXfrm>
        <a:off x="4771986" y="1249098"/>
        <a:ext cx="1568617" cy="918314"/>
      </dsp:txXfrm>
    </dsp:sp>
    <dsp:sp modelId="{664099E9-D6DF-48C5-8F94-20DEDB8D7825}">
      <dsp:nvSpPr>
        <dsp:cNvPr id="0" name=""/>
        <dsp:cNvSpPr/>
      </dsp:nvSpPr>
      <dsp:spPr>
        <a:xfrm>
          <a:off x="4743416" y="2439846"/>
          <a:ext cx="1625757" cy="97545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a:t>Future Work</a:t>
          </a:r>
          <a:endParaRPr lang="en-US" sz="1800" kern="1200"/>
        </a:p>
      </dsp:txBody>
      <dsp:txXfrm>
        <a:off x="4771986" y="2468416"/>
        <a:ext cx="1568617" cy="91831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AC19D8-B61E-4184-B5A7-7EB5592231C1}">
      <dsp:nvSpPr>
        <dsp:cNvPr id="0" name=""/>
        <dsp:cNvSpPr/>
      </dsp:nvSpPr>
      <dsp:spPr>
        <a:xfrm>
          <a:off x="0" y="4001"/>
          <a:ext cx="5343082" cy="85226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B33FDCB-510B-4DFE-A0B4-67962FBD8F1C}">
      <dsp:nvSpPr>
        <dsp:cNvPr id="0" name=""/>
        <dsp:cNvSpPr/>
      </dsp:nvSpPr>
      <dsp:spPr>
        <a:xfrm>
          <a:off x="257810" y="195761"/>
          <a:ext cx="468746" cy="46874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9CC59A0-6FFA-48DD-835F-491444A1D810}">
      <dsp:nvSpPr>
        <dsp:cNvPr id="0" name=""/>
        <dsp:cNvSpPr/>
      </dsp:nvSpPr>
      <dsp:spPr>
        <a:xfrm>
          <a:off x="984368" y="4001"/>
          <a:ext cx="4358714" cy="8522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0198" tIns="90198" rIns="90198" bIns="90198" numCol="1" spcCol="1270" anchor="ctr" anchorCtr="0">
          <a:noAutofit/>
        </a:bodyPr>
        <a:lstStyle/>
        <a:p>
          <a:pPr marL="0" lvl="0" indent="0" algn="l" defTabSz="800100">
            <a:lnSpc>
              <a:spcPct val="90000"/>
            </a:lnSpc>
            <a:spcBef>
              <a:spcPct val="0"/>
            </a:spcBef>
            <a:spcAft>
              <a:spcPct val="35000"/>
            </a:spcAft>
            <a:buNone/>
          </a:pPr>
          <a:r>
            <a:rPr lang="en-IN" sz="1800" b="1" kern="1200">
              <a:latin typeface="Times New Roman" panose="02020603050405020304" pitchFamily="18" charset="0"/>
              <a:cs typeface="Times New Roman" panose="02020603050405020304" pitchFamily="18" charset="0"/>
            </a:rPr>
            <a:t>4 agent configurations:</a:t>
          </a:r>
          <a:r>
            <a:rPr lang="en-IN" sz="1800" kern="1200">
              <a:latin typeface="Times New Roman" panose="02020603050405020304" pitchFamily="18" charset="0"/>
              <a:cs typeface="Times New Roman" panose="02020603050405020304" pitchFamily="18" charset="0"/>
            </a:rPr>
            <a:t> PPO, LLM Input, LLM Reward, LLM Input + Reward </a:t>
          </a:r>
          <a:endParaRPr lang="en-US" sz="1800" kern="1200">
            <a:latin typeface="Times New Roman" panose="02020603050405020304" pitchFamily="18" charset="0"/>
            <a:cs typeface="Times New Roman" panose="02020603050405020304" pitchFamily="18" charset="0"/>
          </a:endParaRPr>
        </a:p>
      </dsp:txBody>
      <dsp:txXfrm>
        <a:off x="984368" y="4001"/>
        <a:ext cx="4358714" cy="852267"/>
      </dsp:txXfrm>
    </dsp:sp>
    <dsp:sp modelId="{A172AA81-6909-47F0-8671-A425D0DD4A63}">
      <dsp:nvSpPr>
        <dsp:cNvPr id="0" name=""/>
        <dsp:cNvSpPr/>
      </dsp:nvSpPr>
      <dsp:spPr>
        <a:xfrm>
          <a:off x="0" y="1069335"/>
          <a:ext cx="5343082" cy="85226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254FBBF-640B-4CF5-95F8-1BDF9219AD78}">
      <dsp:nvSpPr>
        <dsp:cNvPr id="0" name=""/>
        <dsp:cNvSpPr/>
      </dsp:nvSpPr>
      <dsp:spPr>
        <a:xfrm>
          <a:off x="257810" y="1261095"/>
          <a:ext cx="468746" cy="46874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7463C8F-47BF-4421-AC47-F1B2AB2FEB3F}">
      <dsp:nvSpPr>
        <dsp:cNvPr id="0" name=""/>
        <dsp:cNvSpPr/>
      </dsp:nvSpPr>
      <dsp:spPr>
        <a:xfrm>
          <a:off x="984368" y="1069335"/>
          <a:ext cx="4358714" cy="8522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0198" tIns="90198" rIns="90198" bIns="90198" numCol="1" spcCol="1270" anchor="ctr" anchorCtr="0">
          <a:noAutofit/>
        </a:bodyPr>
        <a:lstStyle/>
        <a:p>
          <a:pPr marL="0" lvl="0" indent="0" algn="l" defTabSz="800100">
            <a:lnSpc>
              <a:spcPct val="90000"/>
            </a:lnSpc>
            <a:spcBef>
              <a:spcPct val="0"/>
            </a:spcBef>
            <a:spcAft>
              <a:spcPct val="35000"/>
            </a:spcAft>
            <a:buNone/>
          </a:pPr>
          <a:r>
            <a:rPr lang="en-IN" sz="1800" b="1" kern="1200" dirty="0">
              <a:latin typeface="Times New Roman" panose="02020603050405020304" pitchFamily="18" charset="0"/>
              <a:cs typeface="Times New Roman" panose="02020603050405020304" pitchFamily="18" charset="0"/>
            </a:rPr>
            <a:t>5 independent random seeds</a:t>
          </a:r>
          <a:r>
            <a:rPr lang="en-IN" sz="1800" kern="1200" dirty="0">
              <a:latin typeface="Times New Roman" panose="02020603050405020304" pitchFamily="18" charset="0"/>
              <a:cs typeface="Times New Roman" panose="02020603050405020304" pitchFamily="18" charset="0"/>
            </a:rPr>
            <a:t> per configuration </a:t>
          </a:r>
          <a:endParaRPr lang="en-US" sz="1800" kern="1200" dirty="0">
            <a:latin typeface="Times New Roman" panose="02020603050405020304" pitchFamily="18" charset="0"/>
            <a:cs typeface="Times New Roman" panose="02020603050405020304" pitchFamily="18" charset="0"/>
          </a:endParaRPr>
        </a:p>
      </dsp:txBody>
      <dsp:txXfrm>
        <a:off x="984368" y="1069335"/>
        <a:ext cx="4358714" cy="852267"/>
      </dsp:txXfrm>
    </dsp:sp>
    <dsp:sp modelId="{BF89CD4C-D40C-4033-8757-E64AF407149B}">
      <dsp:nvSpPr>
        <dsp:cNvPr id="0" name=""/>
        <dsp:cNvSpPr/>
      </dsp:nvSpPr>
      <dsp:spPr>
        <a:xfrm>
          <a:off x="0" y="2134669"/>
          <a:ext cx="5343082" cy="85226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3EB4B28-4A1A-4B15-912A-950AC1842322}">
      <dsp:nvSpPr>
        <dsp:cNvPr id="0" name=""/>
        <dsp:cNvSpPr/>
      </dsp:nvSpPr>
      <dsp:spPr>
        <a:xfrm>
          <a:off x="257810" y="2326429"/>
          <a:ext cx="468746" cy="46874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485582C-5FB8-4DF9-B009-69BEE15A5C5D}">
      <dsp:nvSpPr>
        <dsp:cNvPr id="0" name=""/>
        <dsp:cNvSpPr/>
      </dsp:nvSpPr>
      <dsp:spPr>
        <a:xfrm>
          <a:off x="984368" y="2134669"/>
          <a:ext cx="4358714" cy="8522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0198" tIns="90198" rIns="90198" bIns="90198" numCol="1" spcCol="1270" anchor="ctr" anchorCtr="0">
          <a:noAutofit/>
        </a:bodyPr>
        <a:lstStyle/>
        <a:p>
          <a:pPr marL="0" lvl="0" indent="0" algn="l" defTabSz="800100">
            <a:lnSpc>
              <a:spcPct val="90000"/>
            </a:lnSpc>
            <a:spcBef>
              <a:spcPct val="0"/>
            </a:spcBef>
            <a:spcAft>
              <a:spcPct val="35000"/>
            </a:spcAft>
            <a:buNone/>
          </a:pPr>
          <a:r>
            <a:rPr lang="en-IN" sz="1800" b="1" kern="1200" dirty="0">
              <a:latin typeface="Times New Roman" panose="02020603050405020304" pitchFamily="18" charset="0"/>
              <a:cs typeface="Times New Roman" panose="02020603050405020304" pitchFamily="18" charset="0"/>
            </a:rPr>
            <a:t>1,000 training episodes + 100 deterministic evaluation episodes</a:t>
          </a:r>
          <a:r>
            <a:rPr lang="en-IN" sz="1800" kern="1200" dirty="0">
              <a:latin typeface="Times New Roman" panose="02020603050405020304" pitchFamily="18" charset="0"/>
              <a:cs typeface="Times New Roman" panose="02020603050405020304" pitchFamily="18" charset="0"/>
            </a:rPr>
            <a:t> per run </a:t>
          </a:r>
          <a:endParaRPr lang="en-US" sz="1800" kern="1200" dirty="0">
            <a:latin typeface="Times New Roman" panose="02020603050405020304" pitchFamily="18" charset="0"/>
            <a:cs typeface="Times New Roman" panose="02020603050405020304" pitchFamily="18" charset="0"/>
          </a:endParaRPr>
        </a:p>
      </dsp:txBody>
      <dsp:txXfrm>
        <a:off x="984368" y="2134669"/>
        <a:ext cx="4358714" cy="852267"/>
      </dsp:txXfrm>
    </dsp:sp>
    <dsp:sp modelId="{4394CA71-2821-4E06-BA54-4990DB9E54BD}">
      <dsp:nvSpPr>
        <dsp:cNvPr id="0" name=""/>
        <dsp:cNvSpPr/>
      </dsp:nvSpPr>
      <dsp:spPr>
        <a:xfrm>
          <a:off x="0" y="3200003"/>
          <a:ext cx="5343082" cy="85226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3B89CC9-5F52-47B4-A106-3966CC9034AC}">
      <dsp:nvSpPr>
        <dsp:cNvPr id="0" name=""/>
        <dsp:cNvSpPr/>
      </dsp:nvSpPr>
      <dsp:spPr>
        <a:xfrm>
          <a:off x="257810" y="3391763"/>
          <a:ext cx="468746" cy="468746"/>
        </a:xfrm>
        <a:prstGeom prst="rect">
          <a:avLst/>
        </a:prstGeom>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11E37FA-D044-40F7-9247-4B07A5784778}">
      <dsp:nvSpPr>
        <dsp:cNvPr id="0" name=""/>
        <dsp:cNvSpPr/>
      </dsp:nvSpPr>
      <dsp:spPr>
        <a:xfrm>
          <a:off x="984368" y="3200003"/>
          <a:ext cx="4358714" cy="8522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0198" tIns="90198" rIns="90198" bIns="90198" numCol="1" spcCol="1270" anchor="ctr" anchorCtr="0">
          <a:noAutofit/>
        </a:bodyPr>
        <a:lstStyle/>
        <a:p>
          <a:pPr marL="0" lvl="0" indent="0" algn="l" defTabSz="800100">
            <a:lnSpc>
              <a:spcPct val="90000"/>
            </a:lnSpc>
            <a:spcBef>
              <a:spcPct val="0"/>
            </a:spcBef>
            <a:spcAft>
              <a:spcPct val="35000"/>
            </a:spcAft>
            <a:buNone/>
          </a:pPr>
          <a:r>
            <a:rPr lang="en-IN" sz="1800" b="1" kern="1200" dirty="0">
              <a:latin typeface="Times New Roman" panose="02020603050405020304" pitchFamily="18" charset="0"/>
              <a:cs typeface="Times New Roman" panose="02020603050405020304" pitchFamily="18" charset="0"/>
            </a:rPr>
            <a:t>Same PPO  hyperparameters and finance environment</a:t>
          </a:r>
          <a:r>
            <a:rPr lang="en-IN" sz="1800" kern="1200" dirty="0">
              <a:latin typeface="Times New Roman" panose="02020603050405020304" pitchFamily="18" charset="0"/>
              <a:cs typeface="Times New Roman" panose="02020603050405020304" pitchFamily="18" charset="0"/>
            </a:rPr>
            <a:t> across all conditions </a:t>
          </a:r>
          <a:endParaRPr lang="en-US" sz="1800" kern="1200" dirty="0">
            <a:latin typeface="Times New Roman" panose="02020603050405020304" pitchFamily="18" charset="0"/>
            <a:cs typeface="Times New Roman" panose="02020603050405020304" pitchFamily="18" charset="0"/>
          </a:endParaRPr>
        </a:p>
      </dsp:txBody>
      <dsp:txXfrm>
        <a:off x="984368" y="3200003"/>
        <a:ext cx="4358714" cy="852267"/>
      </dsp:txXfrm>
    </dsp:sp>
    <dsp:sp modelId="{32BF6AD3-AE9F-42D5-94F4-56EB6C120FE2}">
      <dsp:nvSpPr>
        <dsp:cNvPr id="0" name=""/>
        <dsp:cNvSpPr/>
      </dsp:nvSpPr>
      <dsp:spPr>
        <a:xfrm>
          <a:off x="0" y="4265337"/>
          <a:ext cx="5343082" cy="85226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2E1AFFF-18DB-4A9B-8D81-2A4271475084}">
      <dsp:nvSpPr>
        <dsp:cNvPr id="0" name=""/>
        <dsp:cNvSpPr/>
      </dsp:nvSpPr>
      <dsp:spPr>
        <a:xfrm>
          <a:off x="257810" y="4457097"/>
          <a:ext cx="468746" cy="46874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9992F26-5BF4-4153-BCAB-0398E54287FE}">
      <dsp:nvSpPr>
        <dsp:cNvPr id="0" name=""/>
        <dsp:cNvSpPr/>
      </dsp:nvSpPr>
      <dsp:spPr>
        <a:xfrm>
          <a:off x="984368" y="4265337"/>
          <a:ext cx="4358714" cy="8522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0198" tIns="90198" rIns="90198" bIns="90198" numCol="1" spcCol="1270" anchor="ctr" anchorCtr="0">
          <a:noAutofit/>
        </a:bodyPr>
        <a:lstStyle/>
        <a:p>
          <a:pPr marL="0" lvl="0" indent="0" algn="l" defTabSz="800100">
            <a:lnSpc>
              <a:spcPct val="90000"/>
            </a:lnSpc>
            <a:spcBef>
              <a:spcPct val="0"/>
            </a:spcBef>
            <a:spcAft>
              <a:spcPct val="35000"/>
            </a:spcAft>
            <a:buNone/>
          </a:pPr>
          <a:r>
            <a:rPr lang="en-IN" sz="1800" b="1" kern="1200">
              <a:latin typeface="Times New Roman" panose="02020603050405020304" pitchFamily="18" charset="0"/>
              <a:cs typeface="Times New Roman" panose="02020603050405020304" pitchFamily="18" charset="0"/>
            </a:rPr>
            <a:t>Evaluation on unseen finance scenarios</a:t>
          </a:r>
          <a:r>
            <a:rPr lang="en-IN" sz="1800" kern="1200">
              <a:latin typeface="Times New Roman" panose="02020603050405020304" pitchFamily="18" charset="0"/>
              <a:cs typeface="Times New Roman" panose="02020603050405020304" pitchFamily="18" charset="0"/>
            </a:rPr>
            <a:t> to assess policy generalisation and reliability</a:t>
          </a:r>
          <a:endParaRPr lang="en-US" sz="1800" kern="1200">
            <a:latin typeface="Times New Roman" panose="02020603050405020304" pitchFamily="18" charset="0"/>
            <a:cs typeface="Times New Roman" panose="02020603050405020304" pitchFamily="18" charset="0"/>
          </a:endParaRPr>
        </a:p>
      </dsp:txBody>
      <dsp:txXfrm>
        <a:off x="984368" y="4265337"/>
        <a:ext cx="4358714" cy="85226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90AA05-E16C-491D-ACF1-0011CFCAE11F}">
      <dsp:nvSpPr>
        <dsp:cNvPr id="0" name=""/>
        <dsp:cNvSpPr/>
      </dsp:nvSpPr>
      <dsp:spPr>
        <a:xfrm>
          <a:off x="0" y="2125"/>
          <a:ext cx="5343082" cy="107733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4E867D7-131E-4AF1-943C-7E5D68D53623}">
      <dsp:nvSpPr>
        <dsp:cNvPr id="0" name=""/>
        <dsp:cNvSpPr/>
      </dsp:nvSpPr>
      <dsp:spPr>
        <a:xfrm>
          <a:off x="325894" y="244526"/>
          <a:ext cx="592535" cy="59253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FFBBF19-C8F2-462F-B64D-7ECF7498CA3F}">
      <dsp:nvSpPr>
        <dsp:cNvPr id="0" name=""/>
        <dsp:cNvSpPr/>
      </dsp:nvSpPr>
      <dsp:spPr>
        <a:xfrm>
          <a:off x="1244325" y="2125"/>
          <a:ext cx="2404387" cy="10773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018" tIns="114018" rIns="114018" bIns="114018" numCol="1" spcCol="1270" anchor="ctr" anchorCtr="0">
          <a:noAutofit/>
        </a:bodyPr>
        <a:lstStyle/>
        <a:p>
          <a:pPr marL="0" lvl="0" indent="0" algn="l" defTabSz="933450">
            <a:lnSpc>
              <a:spcPct val="90000"/>
            </a:lnSpc>
            <a:spcBef>
              <a:spcPct val="0"/>
            </a:spcBef>
            <a:spcAft>
              <a:spcPct val="35000"/>
            </a:spcAft>
            <a:buNone/>
          </a:pPr>
          <a:r>
            <a:rPr lang="en-IN" sz="2100" b="1" kern="1200" dirty="0">
              <a:latin typeface="Times New Roman" panose="02020603050405020304" pitchFamily="18" charset="0"/>
              <a:cs typeface="Times New Roman" panose="02020603050405020304" pitchFamily="18" charset="0"/>
            </a:rPr>
            <a:t>Start Finance Backend</a:t>
          </a:r>
          <a:r>
            <a:rPr lang="en-IN" sz="2100" kern="1200" dirty="0">
              <a:latin typeface="Times New Roman" panose="02020603050405020304" pitchFamily="18" charset="0"/>
              <a:cs typeface="Times New Roman" panose="02020603050405020304" pitchFamily="18" charset="0"/>
            </a:rPr>
            <a:t> </a:t>
          </a:r>
          <a:endParaRPr lang="en-US" sz="2100" kern="1200" dirty="0">
            <a:latin typeface="Times New Roman" panose="02020603050405020304" pitchFamily="18" charset="0"/>
            <a:cs typeface="Times New Roman" panose="02020603050405020304" pitchFamily="18" charset="0"/>
          </a:endParaRPr>
        </a:p>
      </dsp:txBody>
      <dsp:txXfrm>
        <a:off x="1244325" y="2125"/>
        <a:ext cx="2404387" cy="1077337"/>
      </dsp:txXfrm>
    </dsp:sp>
    <dsp:sp modelId="{FC391C65-6A01-4AF6-9F2B-EBC8E17CE3CB}">
      <dsp:nvSpPr>
        <dsp:cNvPr id="0" name=""/>
        <dsp:cNvSpPr/>
      </dsp:nvSpPr>
      <dsp:spPr>
        <a:xfrm>
          <a:off x="3648712" y="2125"/>
          <a:ext cx="1694370" cy="10773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018" tIns="114018" rIns="114018" bIns="114018" numCol="1" spcCol="1270" anchor="ctr" anchorCtr="0">
          <a:noAutofit/>
        </a:bodyPr>
        <a:lstStyle/>
        <a:p>
          <a:pPr marL="0" lvl="0" indent="0" algn="l" defTabSz="488950">
            <a:lnSpc>
              <a:spcPct val="90000"/>
            </a:lnSpc>
            <a:spcBef>
              <a:spcPct val="0"/>
            </a:spcBef>
            <a:spcAft>
              <a:spcPct val="35000"/>
            </a:spcAft>
            <a:buNone/>
          </a:pPr>
          <a:r>
            <a:rPr lang="en-IN" sz="1100" kern="1200">
              <a:latin typeface="Times New Roman" panose="02020603050405020304" pitchFamily="18" charset="0"/>
              <a:cs typeface="Times New Roman" panose="02020603050405020304" pitchFamily="18" charset="0"/>
            </a:rPr>
            <a:t>node index.js </a:t>
          </a:r>
          <a:endParaRPr lang="en-US" sz="1100" kern="1200">
            <a:latin typeface="Times New Roman" panose="02020603050405020304" pitchFamily="18" charset="0"/>
            <a:cs typeface="Times New Roman" panose="02020603050405020304" pitchFamily="18" charset="0"/>
          </a:endParaRPr>
        </a:p>
      </dsp:txBody>
      <dsp:txXfrm>
        <a:off x="3648712" y="2125"/>
        <a:ext cx="1694370" cy="1077337"/>
      </dsp:txXfrm>
    </dsp:sp>
    <dsp:sp modelId="{FC4C09B6-86C2-46E3-9CB8-598FF6873471}">
      <dsp:nvSpPr>
        <dsp:cNvPr id="0" name=""/>
        <dsp:cNvSpPr/>
      </dsp:nvSpPr>
      <dsp:spPr>
        <a:xfrm>
          <a:off x="0" y="1348797"/>
          <a:ext cx="5343082" cy="107733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A4CA240-DAA9-42E7-A616-7849392EF5D9}">
      <dsp:nvSpPr>
        <dsp:cNvPr id="0" name=""/>
        <dsp:cNvSpPr/>
      </dsp:nvSpPr>
      <dsp:spPr>
        <a:xfrm>
          <a:off x="325894" y="1591198"/>
          <a:ext cx="592535" cy="59253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8795270-B901-4FF7-8872-7EBC4A28E4C3}">
      <dsp:nvSpPr>
        <dsp:cNvPr id="0" name=""/>
        <dsp:cNvSpPr/>
      </dsp:nvSpPr>
      <dsp:spPr>
        <a:xfrm>
          <a:off x="1244325" y="1348797"/>
          <a:ext cx="2404387" cy="10773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018" tIns="114018" rIns="114018" bIns="114018" numCol="1" spcCol="1270" anchor="ctr" anchorCtr="0">
          <a:noAutofit/>
        </a:bodyPr>
        <a:lstStyle/>
        <a:p>
          <a:pPr marL="0" lvl="0" indent="0" algn="l" defTabSz="933450">
            <a:lnSpc>
              <a:spcPct val="90000"/>
            </a:lnSpc>
            <a:spcBef>
              <a:spcPct val="0"/>
            </a:spcBef>
            <a:spcAft>
              <a:spcPct val="35000"/>
            </a:spcAft>
            <a:buNone/>
          </a:pPr>
          <a:r>
            <a:rPr lang="en-IN" sz="2100" b="1" kern="1200" dirty="0">
              <a:latin typeface="Times New Roman" panose="02020603050405020304" pitchFamily="18" charset="0"/>
              <a:cs typeface="Times New Roman" panose="02020603050405020304" pitchFamily="18" charset="0"/>
            </a:rPr>
            <a:t>Launch Full Experiment Suite</a:t>
          </a:r>
          <a:r>
            <a:rPr lang="en-IN" sz="2100" kern="1200" dirty="0">
              <a:latin typeface="Times New Roman" panose="02020603050405020304" pitchFamily="18" charset="0"/>
              <a:cs typeface="Times New Roman" panose="02020603050405020304" pitchFamily="18" charset="0"/>
            </a:rPr>
            <a:t> </a:t>
          </a:r>
          <a:endParaRPr lang="en-US" sz="2100" kern="1200" dirty="0">
            <a:latin typeface="Times New Roman" panose="02020603050405020304" pitchFamily="18" charset="0"/>
            <a:cs typeface="Times New Roman" panose="02020603050405020304" pitchFamily="18" charset="0"/>
          </a:endParaRPr>
        </a:p>
      </dsp:txBody>
      <dsp:txXfrm>
        <a:off x="1244325" y="1348797"/>
        <a:ext cx="2404387" cy="1077337"/>
      </dsp:txXfrm>
    </dsp:sp>
    <dsp:sp modelId="{8349D960-750E-4936-9B1F-4FE981CB074C}">
      <dsp:nvSpPr>
        <dsp:cNvPr id="0" name=""/>
        <dsp:cNvSpPr/>
      </dsp:nvSpPr>
      <dsp:spPr>
        <a:xfrm>
          <a:off x="3648712" y="1348797"/>
          <a:ext cx="1694370" cy="10773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018" tIns="114018" rIns="114018" bIns="114018" numCol="1" spcCol="1270" anchor="ctr" anchorCtr="0">
          <a:noAutofit/>
        </a:bodyPr>
        <a:lstStyle/>
        <a:p>
          <a:pPr marL="0" lvl="0" indent="0" algn="l" defTabSz="488950">
            <a:lnSpc>
              <a:spcPct val="90000"/>
            </a:lnSpc>
            <a:spcBef>
              <a:spcPct val="0"/>
            </a:spcBef>
            <a:spcAft>
              <a:spcPct val="35000"/>
            </a:spcAft>
            <a:buNone/>
          </a:pPr>
          <a:r>
            <a:rPr lang="en-IN" sz="1100" kern="1200" dirty="0">
              <a:latin typeface="Times New Roman" panose="02020603050405020304" pitchFamily="18" charset="0"/>
              <a:cs typeface="Times New Roman" panose="02020603050405020304" pitchFamily="18" charset="0"/>
            </a:rPr>
            <a:t>python main.py run-all </a:t>
          </a:r>
          <a:endParaRPr lang="en-US" sz="1100" kern="1200" dirty="0">
            <a:latin typeface="Times New Roman" panose="02020603050405020304" pitchFamily="18" charset="0"/>
            <a:cs typeface="Times New Roman" panose="02020603050405020304" pitchFamily="18" charset="0"/>
          </a:endParaRPr>
        </a:p>
      </dsp:txBody>
      <dsp:txXfrm>
        <a:off x="3648712" y="1348797"/>
        <a:ext cx="1694370" cy="1077337"/>
      </dsp:txXfrm>
    </dsp:sp>
    <dsp:sp modelId="{BEC03D61-3D9D-49D2-BE6D-30AA7E0B6080}">
      <dsp:nvSpPr>
        <dsp:cNvPr id="0" name=""/>
        <dsp:cNvSpPr/>
      </dsp:nvSpPr>
      <dsp:spPr>
        <a:xfrm>
          <a:off x="0" y="2695470"/>
          <a:ext cx="5343082" cy="107733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3A0395D-F5D3-45E0-B6CE-91940FECD19A}">
      <dsp:nvSpPr>
        <dsp:cNvPr id="0" name=""/>
        <dsp:cNvSpPr/>
      </dsp:nvSpPr>
      <dsp:spPr>
        <a:xfrm>
          <a:off x="325894" y="2937871"/>
          <a:ext cx="592535" cy="59253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572A8A3-5ACF-47C6-A9D8-1E6898AF54FD}">
      <dsp:nvSpPr>
        <dsp:cNvPr id="0" name=""/>
        <dsp:cNvSpPr/>
      </dsp:nvSpPr>
      <dsp:spPr>
        <a:xfrm>
          <a:off x="1244325" y="2695470"/>
          <a:ext cx="2404387" cy="10773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018" tIns="114018" rIns="114018" bIns="114018" numCol="1" spcCol="1270" anchor="ctr" anchorCtr="0">
          <a:noAutofit/>
        </a:bodyPr>
        <a:lstStyle/>
        <a:p>
          <a:pPr marL="0" lvl="0" indent="0" algn="l" defTabSz="933450">
            <a:lnSpc>
              <a:spcPct val="90000"/>
            </a:lnSpc>
            <a:spcBef>
              <a:spcPct val="0"/>
            </a:spcBef>
            <a:spcAft>
              <a:spcPct val="35000"/>
            </a:spcAft>
            <a:buNone/>
          </a:pPr>
          <a:r>
            <a:rPr lang="en-IN" sz="2100" b="1" kern="1200">
              <a:latin typeface="Times New Roman" panose="02020603050405020304" pitchFamily="18" charset="0"/>
              <a:cs typeface="Times New Roman" panose="02020603050405020304" pitchFamily="18" charset="0"/>
            </a:rPr>
            <a:t>Observe agent–environment interaction</a:t>
          </a:r>
          <a:r>
            <a:rPr lang="en-IN" sz="2100" kern="1200">
              <a:latin typeface="Times New Roman" panose="02020603050405020304" pitchFamily="18" charset="0"/>
              <a:cs typeface="Times New Roman" panose="02020603050405020304" pitchFamily="18" charset="0"/>
            </a:rPr>
            <a:t> </a:t>
          </a:r>
          <a:endParaRPr lang="en-US" sz="2100" kern="1200">
            <a:latin typeface="Times New Roman" panose="02020603050405020304" pitchFamily="18" charset="0"/>
            <a:cs typeface="Times New Roman" panose="02020603050405020304" pitchFamily="18" charset="0"/>
          </a:endParaRPr>
        </a:p>
      </dsp:txBody>
      <dsp:txXfrm>
        <a:off x="1244325" y="2695470"/>
        <a:ext cx="2404387" cy="1077337"/>
      </dsp:txXfrm>
    </dsp:sp>
    <dsp:sp modelId="{73E01D09-7867-46A2-8032-2BA82EC87CDF}">
      <dsp:nvSpPr>
        <dsp:cNvPr id="0" name=""/>
        <dsp:cNvSpPr/>
      </dsp:nvSpPr>
      <dsp:spPr>
        <a:xfrm>
          <a:off x="3648712" y="2695470"/>
          <a:ext cx="1694370" cy="10773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018" tIns="114018" rIns="114018" bIns="114018" numCol="1" spcCol="1270" anchor="ctr" anchorCtr="0">
          <a:noAutofit/>
        </a:bodyPr>
        <a:lstStyle/>
        <a:p>
          <a:pPr marL="0" lvl="0" indent="0" algn="l" defTabSz="488950">
            <a:lnSpc>
              <a:spcPct val="90000"/>
            </a:lnSpc>
            <a:spcBef>
              <a:spcPct val="0"/>
            </a:spcBef>
            <a:spcAft>
              <a:spcPct val="35000"/>
            </a:spcAft>
            <a:buNone/>
          </a:pPr>
          <a:r>
            <a:rPr lang="en-IN" sz="1100" kern="1200">
              <a:latin typeface="Times New Roman" panose="02020603050405020304" pitchFamily="18" charset="0"/>
              <a:cs typeface="Times New Roman" panose="02020603050405020304" pitchFamily="18" charset="0"/>
            </a:rPr>
            <a:t>environment reset → LLM procedure → PPO actions → rewards → episode completion </a:t>
          </a:r>
          <a:endParaRPr lang="en-US" sz="1100" kern="1200">
            <a:latin typeface="Times New Roman" panose="02020603050405020304" pitchFamily="18" charset="0"/>
            <a:cs typeface="Times New Roman" panose="02020603050405020304" pitchFamily="18" charset="0"/>
          </a:endParaRPr>
        </a:p>
      </dsp:txBody>
      <dsp:txXfrm>
        <a:off x="3648712" y="2695470"/>
        <a:ext cx="1694370" cy="1077337"/>
      </dsp:txXfrm>
    </dsp:sp>
    <dsp:sp modelId="{04188D9F-8FB7-4B21-921D-C73F921823AC}">
      <dsp:nvSpPr>
        <dsp:cNvPr id="0" name=""/>
        <dsp:cNvSpPr/>
      </dsp:nvSpPr>
      <dsp:spPr>
        <a:xfrm>
          <a:off x="0" y="4042142"/>
          <a:ext cx="5343082" cy="107733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B55B495-4302-4A5B-AA8F-6EC253C67630}">
      <dsp:nvSpPr>
        <dsp:cNvPr id="0" name=""/>
        <dsp:cNvSpPr/>
      </dsp:nvSpPr>
      <dsp:spPr>
        <a:xfrm>
          <a:off x="325894" y="4284543"/>
          <a:ext cx="592535" cy="59253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131573D-D0E5-40DB-A2B4-C7C44EF27507}">
      <dsp:nvSpPr>
        <dsp:cNvPr id="0" name=""/>
        <dsp:cNvSpPr/>
      </dsp:nvSpPr>
      <dsp:spPr>
        <a:xfrm>
          <a:off x="1244325" y="4042142"/>
          <a:ext cx="2404387" cy="10773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018" tIns="114018" rIns="114018" bIns="114018" numCol="1" spcCol="1270" anchor="ctr" anchorCtr="0">
          <a:noAutofit/>
        </a:bodyPr>
        <a:lstStyle/>
        <a:p>
          <a:pPr marL="0" lvl="0" indent="0" algn="l" defTabSz="933450">
            <a:lnSpc>
              <a:spcPct val="90000"/>
            </a:lnSpc>
            <a:spcBef>
              <a:spcPct val="0"/>
            </a:spcBef>
            <a:spcAft>
              <a:spcPct val="35000"/>
            </a:spcAft>
            <a:buNone/>
          </a:pPr>
          <a:r>
            <a:rPr lang="en-IN" sz="2100" b="1" kern="1200">
              <a:latin typeface="Times New Roman" panose="02020603050405020304" pitchFamily="18" charset="0"/>
              <a:cs typeface="Times New Roman" panose="02020603050405020304" pitchFamily="18" charset="0"/>
            </a:rPr>
            <a:t>Generated outputs</a:t>
          </a:r>
          <a:r>
            <a:rPr lang="en-IN" sz="2100" kern="1200">
              <a:latin typeface="Times New Roman" panose="02020603050405020304" pitchFamily="18" charset="0"/>
              <a:cs typeface="Times New Roman" panose="02020603050405020304" pitchFamily="18" charset="0"/>
            </a:rPr>
            <a:t> </a:t>
          </a:r>
          <a:endParaRPr lang="en-US" sz="2100" kern="1200">
            <a:latin typeface="Times New Roman" panose="02020603050405020304" pitchFamily="18" charset="0"/>
            <a:cs typeface="Times New Roman" panose="02020603050405020304" pitchFamily="18" charset="0"/>
          </a:endParaRPr>
        </a:p>
      </dsp:txBody>
      <dsp:txXfrm>
        <a:off x="1244325" y="4042142"/>
        <a:ext cx="2404387" cy="1077337"/>
      </dsp:txXfrm>
    </dsp:sp>
    <dsp:sp modelId="{9F03CEB1-AEF1-45AF-BDCD-308C7A8DF012}">
      <dsp:nvSpPr>
        <dsp:cNvPr id="0" name=""/>
        <dsp:cNvSpPr/>
      </dsp:nvSpPr>
      <dsp:spPr>
        <a:xfrm>
          <a:off x="3648712" y="4042142"/>
          <a:ext cx="1694370" cy="10773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018" tIns="114018" rIns="114018" bIns="114018" numCol="1" spcCol="1270" anchor="ctr" anchorCtr="0">
          <a:noAutofit/>
        </a:bodyPr>
        <a:lstStyle/>
        <a:p>
          <a:pPr marL="0" lvl="0" indent="0" algn="l" defTabSz="488950">
            <a:lnSpc>
              <a:spcPct val="90000"/>
            </a:lnSpc>
            <a:spcBef>
              <a:spcPct val="0"/>
            </a:spcBef>
            <a:spcAft>
              <a:spcPct val="35000"/>
            </a:spcAft>
            <a:buNone/>
          </a:pPr>
          <a:r>
            <a:rPr lang="en-IN" sz="1100" kern="1200">
              <a:latin typeface="Times New Roman" panose="02020603050405020304" pitchFamily="18" charset="0"/>
              <a:cs typeface="Times New Roman" panose="02020603050405020304" pitchFamily="18" charset="0"/>
            </a:rPr>
            <a:t>trained models, logs, metrics, Excel summaries and comparison graphs</a:t>
          </a:r>
          <a:endParaRPr lang="en-US" sz="1100" kern="1200">
            <a:latin typeface="Times New Roman" panose="02020603050405020304" pitchFamily="18" charset="0"/>
            <a:cs typeface="Times New Roman" panose="02020603050405020304" pitchFamily="18" charset="0"/>
          </a:endParaRPr>
        </a:p>
      </dsp:txBody>
      <dsp:txXfrm>
        <a:off x="3648712" y="4042142"/>
        <a:ext cx="1694370" cy="1077337"/>
      </dsp:txXfrm>
    </dsp:sp>
  </dsp:spTree>
</dsp:drawing>
</file>

<file path=ppt/diagrams/layout1.xml><?xml version="1.0" encoding="utf-8"?>
<dgm:layoutDef xmlns:dgm="http://schemas.openxmlformats.org/drawingml/2006/diagram" xmlns:a="http://schemas.openxmlformats.org/drawingml/2006/main" uniqueId="urn:microsoft.com/office/officeart/2005/8/layout/bProcess4">
  <dgm:title val=""/>
  <dgm:desc val=""/>
  <dgm:catLst>
    <dgm:cat type="process" pri="19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dgm:varLst>
    <dgm:choose name="Name1">
      <dgm:if name="Name2" func="var" arg="dir" op="equ" val="norm">
        <dgm:alg type="snake">
          <dgm:param type="grDir" val="tL"/>
          <dgm:param type="flowDir" val="col"/>
          <dgm:param type="contDir" val="revDir"/>
          <dgm:param type="bkpt" val="bal"/>
        </dgm:alg>
      </dgm:if>
      <dgm:else name="Name3">
        <dgm:alg type="snake">
          <dgm:param type="grDir" val="tR"/>
          <dgm:param type="flowDir" val="col"/>
          <dgm:param type="contDir" val="revDir"/>
          <dgm:param type="bkpt" val="bal"/>
        </dgm:alg>
      </dgm:else>
    </dgm:choose>
    <dgm:shape xmlns:r="http://schemas.openxmlformats.org/officeDocument/2006/relationships" r:blip="">
      <dgm:adjLst/>
    </dgm:shape>
    <dgm:presOf/>
    <dgm:constrLst>
      <dgm:constr type="w" for="ch" forName="compNode" refType="w"/>
      <dgm:constr type="h" for="ch" forName="compNode" refType="w" fact="0.6"/>
      <dgm:constr type="h" for="ch" forName="sibTrans" refType="h" refFor="ch" refForName="compNode" op="equ" fact="0.25"/>
      <dgm:constr type="sp" refType="w" fact="0.33"/>
      <dgm:constr type="primFontSz" for="des" forName="node" op="equ" val="65"/>
    </dgm:constrLst>
    <dgm:ruleLst/>
    <dgm:forEach name="nodesForEach" axis="ch" ptType="node">
      <dgm:layoutNode name="compNode">
        <dgm:alg type="composite"/>
        <dgm:shape xmlns:r="http://schemas.openxmlformats.org/officeDocument/2006/relationships" r:blip="">
          <dgm:adjLst/>
        </dgm:shape>
        <dgm:presOf/>
        <dgm:choose name="Name4">
          <dgm:if name="Name5" axis="self" func="var" arg="dir" op="equ" val="norm">
            <dgm:constrLst>
              <dgm:constr type="l" for="ch" forName="dummyConnPt" refType="w" fact="0.2"/>
              <dgm:constr type="t" for="ch" forName="dummyConnPt" refType="w" fact="0.145"/>
              <dgm:constr type="l" for="ch" forName="node"/>
              <dgm:constr type="t" for="ch" forName="node"/>
              <dgm:constr type="h" for="ch" forName="node" refType="h"/>
              <dgm:constr type="w" for="ch" forName="node" refType="w"/>
            </dgm:constrLst>
          </dgm:if>
          <dgm:else name="Name6">
            <dgm:constrLst>
              <dgm:constr type="l" for="ch" forName="dummyConnPt" refType="w" fact="0.8"/>
              <dgm:constr type="t" for="ch" forName="dummyConnPt" refType="w" fact="0.145"/>
              <dgm:constr type="l" for="ch" forName="node"/>
              <dgm:constr type="t" for="ch" forName="node"/>
              <dgm:constr type="h" for="ch" forName="node" refType="h"/>
              <dgm:constr type="w" for="ch" forName="node" refType="w"/>
            </dgm:constrLst>
          </dgm:else>
        </dgm:choose>
        <dgm:ruleLst/>
        <dgm:layoutNode name="dummyConnPt" styleLbl="node1" moveWith="node">
          <dgm:alg type="sp"/>
          <dgm:shape xmlns:r="http://schemas.openxmlformats.org/officeDocument/2006/relationships" r:blip="">
            <dgm:adjLst/>
          </dgm:shape>
          <dgm:presOf/>
          <dgm:constrLst>
            <dgm:constr type="w" val="1"/>
            <dgm:constr type="h" val="1"/>
          </dgm:constrLst>
          <dgm:ruleLst/>
        </dgm:layout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 type="primFontSz" val="65"/>
          </dgm:constrLst>
          <dgm:ruleLst>
            <dgm:rule type="primFontSz" val="5" fact="NaN" max="NaN"/>
          </dgm:ruleLst>
        </dgm:layoutNode>
      </dgm:layoutNode>
      <dgm:forEach name="sibTransForEach" axis="followSib" cnt="1">
        <dgm:layoutNode name="sibTrans" styleLbl="bgSibTrans2D1">
          <dgm:choose name="Name7">
            <dgm:if name="Name8" axis="self" func="var" arg="dir" op="equ" val="norm">
              <dgm:alg type="conn">
                <dgm:param type="srcNode" val="dummyConnPt"/>
                <dgm:param type="dstNode" val="dummyConnPt"/>
                <dgm:param type="begPts" val="bCtr, midR, tCtr"/>
                <dgm:param type="endPts" val="tCtr, midL, bCtr"/>
                <dgm:param type="begSty" val="noArr"/>
                <dgm:param type="endSty" val="noArr"/>
              </dgm:alg>
            </dgm:if>
            <dgm:else name="Name9">
              <dgm:alg type="conn">
                <dgm:param type="srcNode" val="dummyConnPt"/>
                <dgm:param type="dstNode" val="dummyConnPt"/>
                <dgm:param type="begPts" val="bCtr, midL, tCtr"/>
                <dgm:param type="endPts" val="tCtr, midR, bCtr"/>
                <dgm:param type="begSty" val="noArr"/>
                <dgm:param type="endSty" val="noArr"/>
              </dgm:alg>
            </dgm:else>
          </dgm:choose>
          <dgm:shape xmlns:r="http://schemas.openxmlformats.org/officeDocument/2006/relationships" type="conn" r:blip="" zOrderOff="-2">
            <dgm:adjLst/>
          </dgm:shape>
          <dgm:presOf axis="self"/>
          <dgm:constrLst>
            <dgm:constr type="begPad"/>
            <dgm:constr type="endPad"/>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5F40BA-1A91-40F9-ACC3-8990C5A34BAC}" type="datetimeFigureOut">
              <a:rPr lang="en-IN" smtClean="0"/>
              <a:t>18-08-2026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A684F8-3640-4B7F-AC9F-523B77D9A5B0}" type="slidenum">
              <a:rPr lang="en-IN" smtClean="0"/>
              <a:t>‹#›</a:t>
            </a:fld>
            <a:endParaRPr lang="en-IN"/>
          </a:p>
        </p:txBody>
      </p:sp>
    </p:spTree>
    <p:extLst>
      <p:ext uri="{BB962C8B-B14F-4D97-AF65-F5344CB8AC3E}">
        <p14:creationId xmlns:p14="http://schemas.microsoft.com/office/powerpoint/2010/main" val="38486432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Schulman et al. (2017) — </a:t>
            </a:r>
            <a:r>
              <a:rPr lang="en-IN" b="1" dirty="0" err="1"/>
              <a:t>PPO</a:t>
            </a:r>
            <a:r>
              <a:rPr lang="en-IN" dirty="0" err="1"/>
              <a:t>Introduced</a:t>
            </a:r>
            <a:r>
              <a:rPr lang="en-IN" dirty="0"/>
              <a:t> PPO, which improves policy-gradient training using clipped policy updates for stable optimisation.</a:t>
            </a:r>
          </a:p>
          <a:p>
            <a:r>
              <a:rPr lang="en-IN" b="1" dirty="0"/>
              <a:t>“PPO provides the RL foundation for my executor because it offers comparatively stable and simple policy optimisation.”</a:t>
            </a:r>
          </a:p>
          <a:p>
            <a:endParaRPr lang="en-IN" dirty="0"/>
          </a:p>
          <a:p>
            <a:r>
              <a:rPr lang="en-IN" b="1" dirty="0"/>
              <a:t>Zhang et al. (2018) — Overfitting in Deep RL </a:t>
            </a:r>
            <a:r>
              <a:rPr lang="en-IN" dirty="0"/>
              <a:t>Showed that RL agents can achieve similar/high training performance but have drastically different test performance.</a:t>
            </a:r>
          </a:p>
          <a:p>
            <a:r>
              <a:rPr lang="en-IN" b="1" dirty="0"/>
              <a:t>“This motivated me not to judge the agents only from training success, but also to evaluate unseen scenarios and repeat experiments across seeds.”</a:t>
            </a:r>
          </a:p>
          <a:p>
            <a:endParaRPr lang="en-IN" dirty="0"/>
          </a:p>
          <a:p>
            <a:r>
              <a:rPr lang="en-IN" b="1" dirty="0"/>
              <a:t>Ahn et al. (2022) — </a:t>
            </a:r>
            <a:r>
              <a:rPr lang="en-IN" b="1" dirty="0" err="1"/>
              <a:t>SayCan</a:t>
            </a:r>
            <a:r>
              <a:rPr lang="en-IN" dirty="0" err="1"/>
              <a:t>Combined</a:t>
            </a:r>
            <a:r>
              <a:rPr lang="en-IN" dirty="0"/>
              <a:t> an LLM's high-level task knowledge with learned value functions that ground actions in what a robot can actually execute.</a:t>
            </a:r>
          </a:p>
          <a:p>
            <a:r>
              <a:rPr lang="en-IN" b="1" dirty="0"/>
              <a:t>“</a:t>
            </a:r>
            <a:r>
              <a:rPr lang="en-IN" b="1" dirty="0" err="1"/>
              <a:t>SayCan</a:t>
            </a:r>
            <a:r>
              <a:rPr lang="en-IN" b="1" dirty="0"/>
              <a:t> demonstrated the key grounding problem: an LLM may know what should be done, but environment-aware execution is still required.”</a:t>
            </a:r>
          </a:p>
          <a:p>
            <a:endParaRPr lang="en-IN" dirty="0"/>
          </a:p>
          <a:p>
            <a:r>
              <a:rPr lang="en-IN" b="1" dirty="0"/>
              <a:t>Carta et al. (2023) — GLAM </a:t>
            </a:r>
            <a:r>
              <a:rPr lang="en-IN" dirty="0"/>
              <a:t>Used online RL/PPO to adapt an LLM policy through direct interaction with an environment and thereby improve functional grounding.</a:t>
            </a:r>
          </a:p>
          <a:p>
            <a:r>
              <a:rPr lang="en-IN" b="1" dirty="0"/>
              <a:t>“This shows that environmental interaction and RL can ground language-model knowledge through actual consequences.”</a:t>
            </a:r>
          </a:p>
          <a:p>
            <a:endParaRPr lang="en-IN" dirty="0"/>
          </a:p>
          <a:p>
            <a:r>
              <a:rPr lang="en-IN" b="1" dirty="0"/>
              <a:t>Song et al. (2023) — LLM-Planner </a:t>
            </a:r>
            <a:r>
              <a:rPr lang="en-IN" dirty="0"/>
              <a:t>Used an LLM for high-level planning while a separate low-level planner executed primitive actions, with replanning from environmental observations.</a:t>
            </a:r>
          </a:p>
          <a:p>
            <a:r>
              <a:rPr lang="en-IN" b="1" dirty="0"/>
              <a:t>“This is particularly close to my architecture: I also separate high-level LLM planning from low-level execution, but I use PPO as the learning executor.”</a:t>
            </a:r>
          </a:p>
          <a:p>
            <a:endParaRPr lang="en-IN" dirty="0"/>
          </a:p>
          <a:p>
            <a:r>
              <a:rPr lang="en-IN" b="1" dirty="0"/>
              <a:t>Ma et al. (2024) — ReLara </a:t>
            </a:r>
            <a:r>
              <a:rPr lang="en-IN" dirty="0"/>
              <a:t>Added an assistant reward agent that generates auxiliary dense rewards to guide the main RL policy in sparse/delayed reward tasks.</a:t>
            </a:r>
          </a:p>
          <a:p>
            <a:r>
              <a:rPr lang="en-IN" b="1" dirty="0"/>
              <a:t>“This supports the idea that additional guidance through reward shaping can improve how an RL policy learns, which motivated my LLM reward-guidance experiment.”</a:t>
            </a:r>
          </a:p>
          <a:p>
            <a:endParaRPr lang="en-IN" b="1" dirty="0"/>
          </a:p>
          <a:p>
            <a:r>
              <a:rPr lang="en-IN" dirty="0"/>
              <a:t>Together, these studies show three useful ideas: LLMs can provide high-level procedural knowledge, RL can ground behaviour through environmental consequences, and reward shaping can guide learning. However, there is still a question of how these mechanisms should be integrated. My project therefore investigates using LLM procedural guidance with PPO through both policy input and reward shaping</a:t>
            </a:r>
          </a:p>
          <a:p>
            <a:endParaRPr lang="en-IN" dirty="0"/>
          </a:p>
        </p:txBody>
      </p:sp>
      <p:sp>
        <p:nvSpPr>
          <p:cNvPr id="4" name="Slide Number Placeholder 3"/>
          <p:cNvSpPr>
            <a:spLocks noGrp="1"/>
          </p:cNvSpPr>
          <p:nvPr>
            <p:ph type="sldNum" sz="quarter" idx="5"/>
          </p:nvPr>
        </p:nvSpPr>
        <p:spPr/>
        <p:txBody>
          <a:bodyPr/>
          <a:lstStyle/>
          <a:p>
            <a:fld id="{A5A684F8-3640-4B7F-AC9F-523B77D9A5B0}" type="slidenum">
              <a:rPr lang="en-IN" smtClean="0"/>
              <a:t>4</a:t>
            </a:fld>
            <a:endParaRPr lang="en-IN"/>
          </a:p>
        </p:txBody>
      </p:sp>
    </p:spTree>
    <p:extLst>
      <p:ext uri="{BB962C8B-B14F-4D97-AF65-F5344CB8AC3E}">
        <p14:creationId xmlns:p14="http://schemas.microsoft.com/office/powerpoint/2010/main" val="26149291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IN" b="1" dirty="0"/>
              <a:t>Training performance was similar across all four configurations</a:t>
            </a:r>
            <a:endParaRPr lang="en-IN" dirty="0"/>
          </a:p>
          <a:p>
            <a:pPr lvl="1"/>
            <a:r>
              <a:rPr lang="en-IN" dirty="0"/>
              <a:t>Around </a:t>
            </a:r>
            <a:r>
              <a:rPr lang="en-IN" b="1" dirty="0"/>
              <a:t>83–85% training success</a:t>
            </a:r>
            <a:endParaRPr lang="en-IN" dirty="0"/>
          </a:p>
          <a:p>
            <a:pPr lvl="1"/>
            <a:r>
              <a:rPr lang="en-IN" dirty="0"/>
              <a:t>Final-100 episode success was also very close</a:t>
            </a:r>
          </a:p>
          <a:p>
            <a:pPr lvl="0"/>
            <a:r>
              <a:rPr lang="en-IN" b="1" dirty="0"/>
              <a:t>LLM guidance did not produce a major improvement in training success</a:t>
            </a:r>
            <a:endParaRPr lang="en-IN" dirty="0"/>
          </a:p>
          <a:p>
            <a:pPr lvl="1"/>
            <a:r>
              <a:rPr lang="en-IN" dirty="0"/>
              <a:t>The main difference appeared only during evaluation</a:t>
            </a:r>
          </a:p>
          <a:p>
            <a:pPr lvl="0"/>
            <a:r>
              <a:rPr lang="en-IN" b="1" dirty="0"/>
              <a:t>Deterministic evaluation showed the strongest result</a:t>
            </a:r>
            <a:endParaRPr lang="en-IN" dirty="0"/>
          </a:p>
          <a:p>
            <a:pPr lvl="1"/>
            <a:r>
              <a:rPr lang="en-IN" dirty="0"/>
              <a:t>PPO: </a:t>
            </a:r>
            <a:r>
              <a:rPr lang="en-IN" b="1" dirty="0"/>
              <a:t>36.8% ± 41.9%</a:t>
            </a:r>
            <a:endParaRPr lang="en-IN" dirty="0"/>
          </a:p>
          <a:p>
            <a:pPr lvl="1"/>
            <a:r>
              <a:rPr lang="en-IN" dirty="0"/>
              <a:t>LLM Input: </a:t>
            </a:r>
            <a:r>
              <a:rPr lang="en-IN" b="1" dirty="0"/>
              <a:t>21.8% ± 34.0%</a:t>
            </a:r>
            <a:endParaRPr lang="en-IN" dirty="0"/>
          </a:p>
          <a:p>
            <a:pPr lvl="1"/>
            <a:r>
              <a:rPr lang="en-IN" dirty="0"/>
              <a:t>LLM Reward: </a:t>
            </a:r>
            <a:r>
              <a:rPr lang="en-IN" b="1" dirty="0"/>
              <a:t>51.0% ± 39.7%</a:t>
            </a:r>
            <a:endParaRPr lang="en-IN" dirty="0"/>
          </a:p>
          <a:p>
            <a:pPr lvl="1"/>
            <a:r>
              <a:rPr lang="en-IN" b="1" dirty="0"/>
              <a:t>LLM Input + Reward: 87.6% ± 1.0%</a:t>
            </a:r>
            <a:endParaRPr lang="en-IN" dirty="0"/>
          </a:p>
          <a:p>
            <a:pPr lvl="0"/>
            <a:r>
              <a:rPr lang="en-IN" b="1" dirty="0"/>
              <a:t>Combined Input + Reward was much more consistent across seeds</a:t>
            </a:r>
            <a:endParaRPr lang="en-IN" dirty="0"/>
          </a:p>
          <a:p>
            <a:pPr lvl="1"/>
            <a:r>
              <a:rPr lang="en-IN" dirty="0"/>
              <a:t>PPO performance varied heavily between seeds</a:t>
            </a:r>
          </a:p>
          <a:p>
            <a:pPr lvl="1"/>
            <a:r>
              <a:rPr lang="en-IN" dirty="0"/>
              <a:t>Combined guidance stayed around </a:t>
            </a:r>
            <a:r>
              <a:rPr lang="en-IN" b="1" dirty="0"/>
              <a:t>86–89%</a:t>
            </a:r>
            <a:r>
              <a:rPr lang="en-IN" dirty="0"/>
              <a:t> across all five seeds</a:t>
            </a:r>
          </a:p>
          <a:p>
            <a:pPr lvl="0"/>
            <a:r>
              <a:rPr lang="en-IN" b="1" dirty="0"/>
              <a:t>Input guidance alone was not enough</a:t>
            </a:r>
            <a:endParaRPr lang="en-IN" dirty="0"/>
          </a:p>
          <a:p>
            <a:pPr lvl="1"/>
            <a:r>
              <a:rPr lang="en-IN" dirty="0"/>
              <a:t>It did not improve deterministic evaluation</a:t>
            </a:r>
          </a:p>
          <a:p>
            <a:pPr lvl="0"/>
            <a:r>
              <a:rPr lang="en-IN" b="1" dirty="0"/>
              <a:t>Reward guidance alone helped somewhat</a:t>
            </a:r>
            <a:endParaRPr lang="en-IN" dirty="0"/>
          </a:p>
          <a:p>
            <a:pPr lvl="1"/>
            <a:r>
              <a:rPr lang="en-IN" dirty="0"/>
              <a:t>Better average evaluation than PPO</a:t>
            </a:r>
          </a:p>
          <a:p>
            <a:pPr lvl="1"/>
            <a:r>
              <a:rPr lang="en-IN" dirty="0"/>
              <a:t>But still showed high variability</a:t>
            </a:r>
          </a:p>
          <a:p>
            <a:pPr lvl="0"/>
            <a:r>
              <a:rPr lang="en-IN" b="1" dirty="0"/>
              <a:t>Best performance came from combining both guidance mechanisms</a:t>
            </a:r>
            <a:endParaRPr lang="en-IN" dirty="0"/>
          </a:p>
          <a:p>
            <a:pPr lvl="1"/>
            <a:r>
              <a:rPr lang="en-IN" dirty="0"/>
              <a:t>Policy could observe the LLM recommendation</a:t>
            </a:r>
          </a:p>
          <a:p>
            <a:pPr lvl="1"/>
            <a:r>
              <a:rPr lang="en-IN" dirty="0"/>
              <a:t>Reward signal reinforced procedurally appropriate behaviour</a:t>
            </a:r>
          </a:p>
          <a:p>
            <a:pPr lvl="0"/>
            <a:r>
              <a:rPr lang="en-IN" b="1" dirty="0"/>
              <a:t>Combined guidance improved execution efficiency</a:t>
            </a:r>
            <a:endParaRPr lang="en-IN" dirty="0"/>
          </a:p>
          <a:p>
            <a:pPr lvl="1"/>
            <a:r>
              <a:rPr lang="en-IN" dirty="0"/>
              <a:t>PPO: about </a:t>
            </a:r>
            <a:r>
              <a:rPr lang="en-IN" b="1" dirty="0"/>
              <a:t>15.4 evaluation steps</a:t>
            </a:r>
            <a:endParaRPr lang="en-IN" dirty="0"/>
          </a:p>
          <a:p>
            <a:pPr lvl="1"/>
            <a:r>
              <a:rPr lang="en-IN" dirty="0"/>
              <a:t>Input + Reward: about </a:t>
            </a:r>
            <a:r>
              <a:rPr lang="en-IN" b="1" dirty="0"/>
              <a:t>9.6 steps</a:t>
            </a:r>
            <a:endParaRPr lang="en-IN" dirty="0"/>
          </a:p>
          <a:p>
            <a:pPr lvl="0"/>
            <a:r>
              <a:rPr lang="en-IN" b="1" dirty="0"/>
              <a:t>Procedure adherence was highest for the combined approach</a:t>
            </a:r>
            <a:endParaRPr lang="en-IN" dirty="0"/>
          </a:p>
          <a:p>
            <a:pPr lvl="1"/>
            <a:r>
              <a:rPr lang="en-IN" dirty="0"/>
              <a:t>Suggests PPO made better use of the procedural information when both guidance channels were present</a:t>
            </a:r>
          </a:p>
          <a:p>
            <a:pPr lvl="0"/>
            <a:r>
              <a:rPr lang="en-IN" b="1" dirty="0"/>
              <a:t>Convergence improvement was limited</a:t>
            </a:r>
            <a:endParaRPr lang="en-IN" dirty="0"/>
          </a:p>
          <a:p>
            <a:pPr lvl="1"/>
            <a:r>
              <a:rPr lang="en-IN" dirty="0"/>
              <a:t>PPO: about </a:t>
            </a:r>
            <a:r>
              <a:rPr lang="en-IN" b="1" dirty="0"/>
              <a:t>184 episodes</a:t>
            </a:r>
            <a:endParaRPr lang="en-IN" dirty="0"/>
          </a:p>
          <a:p>
            <a:pPr lvl="1"/>
            <a:r>
              <a:rPr lang="en-IN" dirty="0"/>
              <a:t>Combined: about </a:t>
            </a:r>
            <a:r>
              <a:rPr lang="en-IN" b="1" dirty="0"/>
              <a:t>176 episodes</a:t>
            </a:r>
            <a:endParaRPr lang="en-IN" dirty="0"/>
          </a:p>
          <a:p>
            <a:pPr lvl="1"/>
            <a:r>
              <a:rPr lang="en-IN" dirty="0"/>
              <a:t>Therefore, the results do </a:t>
            </a:r>
            <a:r>
              <a:rPr lang="en-IN" b="1" dirty="0"/>
              <a:t>not</a:t>
            </a:r>
            <a:r>
              <a:rPr lang="en-IN" dirty="0"/>
              <a:t> support a major convergence-speed improvement</a:t>
            </a:r>
          </a:p>
          <a:p>
            <a:pPr lvl="0"/>
            <a:r>
              <a:rPr lang="en-IN" b="1" dirty="0"/>
              <a:t>Main benefit was reliability and generalisation, not faster learning</a:t>
            </a:r>
            <a:endParaRPr lang="en-IN" dirty="0"/>
          </a:p>
          <a:p>
            <a:pPr lvl="1"/>
            <a:r>
              <a:rPr lang="en-IN" dirty="0"/>
              <a:t>Similar training performance</a:t>
            </a:r>
          </a:p>
          <a:p>
            <a:pPr lvl="1"/>
            <a:r>
              <a:rPr lang="en-IN" dirty="0"/>
              <a:t>Very different deterministic evaluation performance</a:t>
            </a:r>
          </a:p>
          <a:p>
            <a:pPr lvl="0"/>
            <a:r>
              <a:rPr lang="en-IN" b="1" dirty="0"/>
              <a:t>Training success alone would have been misleading</a:t>
            </a:r>
            <a:endParaRPr lang="en-IN" dirty="0"/>
          </a:p>
          <a:p>
            <a:pPr lvl="1"/>
            <a:r>
              <a:rPr lang="en-IN" dirty="0"/>
              <a:t>Agents that looked similar during training produced very different final policies</a:t>
            </a:r>
          </a:p>
          <a:p>
            <a:pPr lvl="0"/>
            <a:r>
              <a:rPr lang="en-IN" b="1" dirty="0"/>
              <a:t>Results suggest reduced sensitivity to random training trajectories</a:t>
            </a:r>
            <a:endParaRPr lang="en-IN" dirty="0"/>
          </a:p>
          <a:p>
            <a:pPr lvl="1"/>
            <a:r>
              <a:rPr lang="en-IN" dirty="0"/>
              <a:t>Combined LLM guidance produced much lower cross-seed variance</a:t>
            </a:r>
          </a:p>
          <a:p>
            <a:pPr lvl="0"/>
            <a:r>
              <a:rPr lang="en-IN" b="1" dirty="0"/>
              <a:t>Evidence suggests improved generalisation</a:t>
            </a:r>
            <a:endParaRPr lang="en-IN" dirty="0"/>
          </a:p>
          <a:p>
            <a:pPr lvl="1"/>
            <a:r>
              <a:rPr lang="en-IN" dirty="0"/>
              <a:t>Better performance on unseen evaluation scenarios</a:t>
            </a:r>
          </a:p>
          <a:p>
            <a:pPr lvl="1"/>
            <a:r>
              <a:rPr lang="en-IN" dirty="0"/>
              <a:t>Avoid claiming that LLM guidance completely “prevents overfitting”</a:t>
            </a:r>
          </a:p>
          <a:p>
            <a:pPr lvl="0"/>
            <a:r>
              <a:rPr lang="en-IN" b="1" dirty="0"/>
              <a:t>Overall finding</a:t>
            </a:r>
            <a:endParaRPr lang="en-IN" dirty="0"/>
          </a:p>
          <a:p>
            <a:pPr lvl="1"/>
            <a:r>
              <a:rPr lang="en-IN" b="1" dirty="0"/>
              <a:t>LLM guidance was most effective when procedural information was provided both as policy input and reward guidance, producing a more reliable, consistent and efficient PPO policy.</a:t>
            </a:r>
            <a:endParaRPr lang="en-IN" dirty="0"/>
          </a:p>
          <a:p>
            <a:endParaRPr lang="en-IN" dirty="0"/>
          </a:p>
        </p:txBody>
      </p:sp>
      <p:sp>
        <p:nvSpPr>
          <p:cNvPr id="4" name="Slide Number Placeholder 3"/>
          <p:cNvSpPr>
            <a:spLocks noGrp="1"/>
          </p:cNvSpPr>
          <p:nvPr>
            <p:ph type="sldNum" sz="quarter" idx="5"/>
          </p:nvPr>
        </p:nvSpPr>
        <p:spPr/>
        <p:txBody>
          <a:bodyPr/>
          <a:lstStyle/>
          <a:p>
            <a:fld id="{A5A684F8-3640-4B7F-AC9F-523B77D9A5B0}" type="slidenum">
              <a:rPr lang="en-IN" smtClean="0"/>
              <a:t>11</a:t>
            </a:fld>
            <a:endParaRPr lang="en-IN"/>
          </a:p>
        </p:txBody>
      </p:sp>
    </p:spTree>
    <p:extLst>
      <p:ext uri="{BB962C8B-B14F-4D97-AF65-F5344CB8AC3E}">
        <p14:creationId xmlns:p14="http://schemas.microsoft.com/office/powerpoint/2010/main" val="14922587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IN" b="1" dirty="0"/>
              <a:t>Training performance was similar across all four configurations</a:t>
            </a:r>
            <a:endParaRPr lang="en-IN" dirty="0"/>
          </a:p>
          <a:p>
            <a:pPr lvl="1"/>
            <a:r>
              <a:rPr lang="en-IN" dirty="0"/>
              <a:t>Around </a:t>
            </a:r>
            <a:r>
              <a:rPr lang="en-IN" b="1" dirty="0"/>
              <a:t>83–85% training success</a:t>
            </a:r>
            <a:endParaRPr lang="en-IN" dirty="0"/>
          </a:p>
          <a:p>
            <a:pPr lvl="1"/>
            <a:r>
              <a:rPr lang="en-IN" dirty="0"/>
              <a:t>Final-100 episode success was also very close</a:t>
            </a:r>
          </a:p>
          <a:p>
            <a:pPr lvl="0"/>
            <a:r>
              <a:rPr lang="en-IN" b="1" dirty="0"/>
              <a:t>LLM guidance did not produce a major improvement in training success</a:t>
            </a:r>
            <a:endParaRPr lang="en-IN" dirty="0"/>
          </a:p>
          <a:p>
            <a:pPr lvl="1"/>
            <a:r>
              <a:rPr lang="en-IN" dirty="0"/>
              <a:t>The main difference appeared only during evaluation</a:t>
            </a:r>
          </a:p>
          <a:p>
            <a:pPr lvl="0"/>
            <a:r>
              <a:rPr lang="en-IN" b="1" dirty="0"/>
              <a:t>Deterministic evaluation showed the strongest result</a:t>
            </a:r>
            <a:endParaRPr lang="en-IN" dirty="0"/>
          </a:p>
          <a:p>
            <a:pPr lvl="1"/>
            <a:r>
              <a:rPr lang="en-IN" dirty="0"/>
              <a:t>PPO: </a:t>
            </a:r>
            <a:r>
              <a:rPr lang="en-IN" b="1" dirty="0"/>
              <a:t>36.8% ± 41.9%</a:t>
            </a:r>
            <a:endParaRPr lang="en-IN" dirty="0"/>
          </a:p>
          <a:p>
            <a:pPr lvl="1"/>
            <a:r>
              <a:rPr lang="en-IN" dirty="0"/>
              <a:t>LLM Input: </a:t>
            </a:r>
            <a:r>
              <a:rPr lang="en-IN" b="1" dirty="0"/>
              <a:t>21.8% ± 34.0%</a:t>
            </a:r>
            <a:endParaRPr lang="en-IN" dirty="0"/>
          </a:p>
          <a:p>
            <a:pPr lvl="1"/>
            <a:r>
              <a:rPr lang="en-IN" dirty="0"/>
              <a:t>LLM Reward: </a:t>
            </a:r>
            <a:r>
              <a:rPr lang="en-IN" b="1" dirty="0"/>
              <a:t>51.0% ± 39.7%</a:t>
            </a:r>
            <a:endParaRPr lang="en-IN" dirty="0"/>
          </a:p>
          <a:p>
            <a:pPr lvl="1"/>
            <a:r>
              <a:rPr lang="en-IN" b="1" dirty="0"/>
              <a:t>LLM Input + Reward: 87.6% ± 1.0%</a:t>
            </a:r>
            <a:endParaRPr lang="en-IN" dirty="0"/>
          </a:p>
          <a:p>
            <a:pPr lvl="0"/>
            <a:r>
              <a:rPr lang="en-IN" b="1" dirty="0"/>
              <a:t>Combined Input + Reward was much more consistent across seeds</a:t>
            </a:r>
            <a:endParaRPr lang="en-IN" dirty="0"/>
          </a:p>
          <a:p>
            <a:pPr lvl="1"/>
            <a:r>
              <a:rPr lang="en-IN" dirty="0"/>
              <a:t>PPO performance varied heavily between seeds</a:t>
            </a:r>
          </a:p>
          <a:p>
            <a:pPr lvl="1"/>
            <a:r>
              <a:rPr lang="en-IN" dirty="0"/>
              <a:t>Combined guidance stayed around </a:t>
            </a:r>
            <a:r>
              <a:rPr lang="en-IN" b="1" dirty="0"/>
              <a:t>86–89%</a:t>
            </a:r>
            <a:r>
              <a:rPr lang="en-IN" dirty="0"/>
              <a:t> across all five seeds</a:t>
            </a:r>
          </a:p>
          <a:p>
            <a:pPr lvl="0"/>
            <a:r>
              <a:rPr lang="en-IN" b="1" dirty="0"/>
              <a:t>Input guidance alone was not enough</a:t>
            </a:r>
            <a:endParaRPr lang="en-IN" dirty="0"/>
          </a:p>
          <a:p>
            <a:pPr lvl="1"/>
            <a:r>
              <a:rPr lang="en-IN" dirty="0"/>
              <a:t>It did not improve deterministic evaluation</a:t>
            </a:r>
          </a:p>
          <a:p>
            <a:pPr lvl="0"/>
            <a:r>
              <a:rPr lang="en-IN" b="1" dirty="0"/>
              <a:t>Reward guidance alone helped somewhat</a:t>
            </a:r>
            <a:endParaRPr lang="en-IN" dirty="0"/>
          </a:p>
          <a:p>
            <a:pPr lvl="1"/>
            <a:r>
              <a:rPr lang="en-IN" dirty="0"/>
              <a:t>Better average evaluation than PPO</a:t>
            </a:r>
          </a:p>
          <a:p>
            <a:pPr lvl="1"/>
            <a:r>
              <a:rPr lang="en-IN" dirty="0"/>
              <a:t>But still showed high variability</a:t>
            </a:r>
          </a:p>
          <a:p>
            <a:pPr lvl="0"/>
            <a:r>
              <a:rPr lang="en-IN" b="1" dirty="0"/>
              <a:t>Best performance came from combining both guidance mechanisms</a:t>
            </a:r>
            <a:endParaRPr lang="en-IN" dirty="0"/>
          </a:p>
          <a:p>
            <a:pPr lvl="1"/>
            <a:r>
              <a:rPr lang="en-IN" dirty="0"/>
              <a:t>Policy could observe the LLM recommendation</a:t>
            </a:r>
          </a:p>
          <a:p>
            <a:pPr lvl="1"/>
            <a:r>
              <a:rPr lang="en-IN" dirty="0"/>
              <a:t>Reward signal reinforced procedurally appropriate behaviour</a:t>
            </a:r>
          </a:p>
          <a:p>
            <a:pPr lvl="0"/>
            <a:r>
              <a:rPr lang="en-IN" b="1" dirty="0"/>
              <a:t>Combined guidance improved execution efficiency</a:t>
            </a:r>
            <a:endParaRPr lang="en-IN" dirty="0"/>
          </a:p>
          <a:p>
            <a:pPr lvl="1"/>
            <a:r>
              <a:rPr lang="en-IN" dirty="0"/>
              <a:t>PPO: about </a:t>
            </a:r>
            <a:r>
              <a:rPr lang="en-IN" b="1" dirty="0"/>
              <a:t>15.4 evaluation steps</a:t>
            </a:r>
            <a:endParaRPr lang="en-IN" dirty="0"/>
          </a:p>
          <a:p>
            <a:pPr lvl="1"/>
            <a:r>
              <a:rPr lang="en-IN" dirty="0"/>
              <a:t>Input + Reward: about </a:t>
            </a:r>
            <a:r>
              <a:rPr lang="en-IN" b="1" dirty="0"/>
              <a:t>9.6 steps</a:t>
            </a:r>
            <a:endParaRPr lang="en-IN" dirty="0"/>
          </a:p>
          <a:p>
            <a:pPr lvl="0"/>
            <a:r>
              <a:rPr lang="en-IN" b="1" dirty="0"/>
              <a:t>Procedure adherence was highest for the combined approach</a:t>
            </a:r>
            <a:endParaRPr lang="en-IN" dirty="0"/>
          </a:p>
          <a:p>
            <a:pPr lvl="1"/>
            <a:r>
              <a:rPr lang="en-IN" dirty="0"/>
              <a:t>Suggests PPO made better use of the procedural information when both guidance channels were present</a:t>
            </a:r>
          </a:p>
          <a:p>
            <a:pPr lvl="0"/>
            <a:r>
              <a:rPr lang="en-IN" b="1" dirty="0"/>
              <a:t>Convergence improvement was limited</a:t>
            </a:r>
            <a:endParaRPr lang="en-IN" dirty="0"/>
          </a:p>
          <a:p>
            <a:pPr lvl="1"/>
            <a:r>
              <a:rPr lang="en-IN" dirty="0"/>
              <a:t>PPO: about </a:t>
            </a:r>
            <a:r>
              <a:rPr lang="en-IN" b="1" dirty="0"/>
              <a:t>184 episodes</a:t>
            </a:r>
            <a:endParaRPr lang="en-IN" dirty="0"/>
          </a:p>
          <a:p>
            <a:pPr lvl="1"/>
            <a:r>
              <a:rPr lang="en-IN" dirty="0"/>
              <a:t>Combined: about </a:t>
            </a:r>
            <a:r>
              <a:rPr lang="en-IN" b="1" dirty="0"/>
              <a:t>176 episodes</a:t>
            </a:r>
            <a:endParaRPr lang="en-IN" dirty="0"/>
          </a:p>
          <a:p>
            <a:pPr lvl="1"/>
            <a:r>
              <a:rPr lang="en-IN" dirty="0"/>
              <a:t>Therefore, the results do </a:t>
            </a:r>
            <a:r>
              <a:rPr lang="en-IN" b="1" dirty="0"/>
              <a:t>not</a:t>
            </a:r>
            <a:r>
              <a:rPr lang="en-IN" dirty="0"/>
              <a:t> support a major convergence-speed improvement</a:t>
            </a:r>
          </a:p>
          <a:p>
            <a:pPr lvl="0"/>
            <a:r>
              <a:rPr lang="en-IN" b="1" dirty="0"/>
              <a:t>Main benefit was reliability and generalisation, not faster learning</a:t>
            </a:r>
            <a:endParaRPr lang="en-IN" dirty="0"/>
          </a:p>
          <a:p>
            <a:pPr lvl="1"/>
            <a:r>
              <a:rPr lang="en-IN" dirty="0"/>
              <a:t>Similar training performance</a:t>
            </a:r>
          </a:p>
          <a:p>
            <a:pPr lvl="1"/>
            <a:r>
              <a:rPr lang="en-IN" dirty="0"/>
              <a:t>Very different deterministic evaluation performance</a:t>
            </a:r>
          </a:p>
          <a:p>
            <a:pPr lvl="0"/>
            <a:r>
              <a:rPr lang="en-IN" b="1" dirty="0"/>
              <a:t>Training success alone would have been misleading</a:t>
            </a:r>
            <a:endParaRPr lang="en-IN" dirty="0"/>
          </a:p>
          <a:p>
            <a:pPr lvl="1"/>
            <a:r>
              <a:rPr lang="en-IN" dirty="0"/>
              <a:t>Agents that looked similar during training produced very different final policies</a:t>
            </a:r>
          </a:p>
          <a:p>
            <a:pPr lvl="0"/>
            <a:r>
              <a:rPr lang="en-IN" b="1" dirty="0"/>
              <a:t>Results suggest reduced sensitivity to random training trajectories</a:t>
            </a:r>
            <a:endParaRPr lang="en-IN" dirty="0"/>
          </a:p>
          <a:p>
            <a:pPr lvl="1"/>
            <a:r>
              <a:rPr lang="en-IN" dirty="0"/>
              <a:t>Combined LLM guidance produced much lower cross-seed variance</a:t>
            </a:r>
          </a:p>
          <a:p>
            <a:pPr lvl="0"/>
            <a:r>
              <a:rPr lang="en-IN" b="1" dirty="0"/>
              <a:t>Evidence suggests improved generalisation</a:t>
            </a:r>
            <a:endParaRPr lang="en-IN" dirty="0"/>
          </a:p>
          <a:p>
            <a:pPr lvl="1"/>
            <a:r>
              <a:rPr lang="en-IN" dirty="0"/>
              <a:t>Better performance on unseen evaluation scenarios</a:t>
            </a:r>
          </a:p>
          <a:p>
            <a:pPr lvl="1"/>
            <a:r>
              <a:rPr lang="en-IN" dirty="0"/>
              <a:t>Avoid claiming that LLM guidance completely “prevents overfitting”</a:t>
            </a:r>
          </a:p>
          <a:p>
            <a:pPr lvl="0"/>
            <a:r>
              <a:rPr lang="en-IN" b="1" dirty="0"/>
              <a:t>Overall finding</a:t>
            </a:r>
            <a:endParaRPr lang="en-IN" dirty="0"/>
          </a:p>
          <a:p>
            <a:pPr lvl="1"/>
            <a:r>
              <a:rPr lang="en-IN" b="1" dirty="0"/>
              <a:t>LLM guidance was most effective when procedural information was provided both as policy input and reward guidance, producing a more reliable, consistent and efficient PPO policy.</a:t>
            </a:r>
            <a:endParaRPr lang="en-IN" dirty="0"/>
          </a:p>
          <a:p>
            <a:endParaRPr lang="en-IN" dirty="0"/>
          </a:p>
        </p:txBody>
      </p:sp>
      <p:sp>
        <p:nvSpPr>
          <p:cNvPr id="4" name="Slide Number Placeholder 3"/>
          <p:cNvSpPr>
            <a:spLocks noGrp="1"/>
          </p:cNvSpPr>
          <p:nvPr>
            <p:ph type="sldNum" sz="quarter" idx="5"/>
          </p:nvPr>
        </p:nvSpPr>
        <p:spPr/>
        <p:txBody>
          <a:bodyPr/>
          <a:lstStyle/>
          <a:p>
            <a:fld id="{A5A684F8-3640-4B7F-AC9F-523B77D9A5B0}" type="slidenum">
              <a:rPr lang="en-IN" smtClean="0"/>
              <a:t>12</a:t>
            </a:fld>
            <a:endParaRPr lang="en-IN"/>
          </a:p>
        </p:txBody>
      </p:sp>
    </p:spTree>
    <p:extLst>
      <p:ext uri="{BB962C8B-B14F-4D97-AF65-F5344CB8AC3E}">
        <p14:creationId xmlns:p14="http://schemas.microsoft.com/office/powerpoint/2010/main" val="33274445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The main finding is therefore not that LLM guidance makes PPO learn dramatically faster, but that appropriately integrating procedural knowledge can make the final learned policy considerably more reliable and consistent.</a:t>
            </a:r>
          </a:p>
        </p:txBody>
      </p:sp>
      <p:sp>
        <p:nvSpPr>
          <p:cNvPr id="4" name="Slide Number Placeholder 3"/>
          <p:cNvSpPr>
            <a:spLocks noGrp="1"/>
          </p:cNvSpPr>
          <p:nvPr>
            <p:ph type="sldNum" sz="quarter" idx="5"/>
          </p:nvPr>
        </p:nvSpPr>
        <p:spPr/>
        <p:txBody>
          <a:bodyPr/>
          <a:lstStyle/>
          <a:p>
            <a:fld id="{A5A684F8-3640-4B7F-AC9F-523B77D9A5B0}" type="slidenum">
              <a:rPr lang="en-IN" smtClean="0"/>
              <a:t>14</a:t>
            </a:fld>
            <a:endParaRPr lang="en-IN"/>
          </a:p>
        </p:txBody>
      </p:sp>
    </p:spTree>
    <p:extLst>
      <p:ext uri="{BB962C8B-B14F-4D97-AF65-F5344CB8AC3E}">
        <p14:creationId xmlns:p14="http://schemas.microsoft.com/office/powerpoint/2010/main" val="17540428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D3B3C7E-BC2D-4436-8B03-AC421FA66787}"/>
              </a:ext>
            </a:extLst>
          </p:cNvPr>
          <p:cNvSpPr/>
          <p:nvPr/>
        </p:nvSpPr>
        <p:spPr>
          <a:xfrm>
            <a:off x="160920" y="157606"/>
            <a:ext cx="11870161" cy="65427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66887E-4265-46F7-9DE0-605FFFC90761}"/>
              </a:ext>
            </a:extLst>
          </p:cNvPr>
          <p:cNvSpPr>
            <a:spLocks noGrp="1"/>
          </p:cNvSpPr>
          <p:nvPr>
            <p:ph type="ctrTitle" hasCustomPrompt="1"/>
          </p:nvPr>
        </p:nvSpPr>
        <p:spPr>
          <a:xfrm>
            <a:off x="2035130" y="1066800"/>
            <a:ext cx="8112369" cy="2073119"/>
          </a:xfrm>
        </p:spPr>
        <p:txBody>
          <a:bodyPr anchor="b">
            <a:normAutofit/>
          </a:bodyPr>
          <a:lstStyle>
            <a:lvl1pPr algn="ctr">
              <a:lnSpc>
                <a:spcPct val="110000"/>
              </a:lnSpc>
              <a:defRPr sz="2800" cap="all" spc="390" baseline="0"/>
            </a:lvl1pPr>
          </a:lstStyle>
          <a:p>
            <a:r>
              <a:rPr lang="en-US" dirty="0"/>
              <a:t>CLICK TO EDIT MASTER TITLE STYLE</a:t>
            </a:r>
          </a:p>
        </p:txBody>
      </p:sp>
      <p:sp>
        <p:nvSpPr>
          <p:cNvPr id="3" name="Subtitle 2">
            <a:extLst>
              <a:ext uri="{FF2B5EF4-FFF2-40B4-BE49-F238E27FC236}">
                <a16:creationId xmlns:a16="http://schemas.microsoft.com/office/drawing/2014/main" id="{7EDB1A74-54F5-45CA-8922-87FFD57515D4}"/>
              </a:ext>
            </a:extLst>
          </p:cNvPr>
          <p:cNvSpPr>
            <a:spLocks noGrp="1"/>
          </p:cNvSpPr>
          <p:nvPr>
            <p:ph type="subTitle" idx="1"/>
          </p:nvPr>
        </p:nvSpPr>
        <p:spPr>
          <a:xfrm>
            <a:off x="2175804" y="4876802"/>
            <a:ext cx="7821637" cy="1028697"/>
          </a:xfrm>
        </p:spPr>
        <p:txBody>
          <a:bodyPr>
            <a:normAutofit/>
          </a:bodyPr>
          <a:lstStyle>
            <a:lvl1pPr marL="0" indent="0" algn="ctr">
              <a:lnSpc>
                <a:spcPct val="10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0B6BE6EF-9D0F-4ABF-B92C-E967FE3F16CF}"/>
              </a:ext>
            </a:extLst>
          </p:cNvPr>
          <p:cNvSpPr>
            <a:spLocks noGrp="1"/>
          </p:cNvSpPr>
          <p:nvPr>
            <p:ph type="dt" sz="half" idx="10"/>
          </p:nvPr>
        </p:nvSpPr>
        <p:spPr/>
        <p:txBody>
          <a:bodyPr/>
          <a:lstStyle/>
          <a:p>
            <a:fld id="{C485584D-7D79-4248-9986-4CA35242F944}" type="datetimeFigureOut">
              <a:rPr lang="en-US" smtClean="0"/>
              <a:t>8/18/2026</a:t>
            </a:fld>
            <a:endParaRPr lang="en-US"/>
          </a:p>
        </p:txBody>
      </p:sp>
      <p:sp>
        <p:nvSpPr>
          <p:cNvPr id="5" name="Footer Placeholder 4">
            <a:extLst>
              <a:ext uri="{FF2B5EF4-FFF2-40B4-BE49-F238E27FC236}">
                <a16:creationId xmlns:a16="http://schemas.microsoft.com/office/drawing/2014/main" id="{4E4AB150-954C-4F02-89AC-DA7163D75C39}"/>
              </a:ext>
            </a:extLst>
          </p:cNvPr>
          <p:cNvSpPr>
            <a:spLocks noGrp="1"/>
          </p:cNvSpPr>
          <p:nvPr>
            <p:ph type="ftr" sz="quarter" idx="11"/>
          </p:nvPr>
        </p:nvSpPr>
        <p:spPr>
          <a:xfrm>
            <a:off x="7279965" y="6245352"/>
            <a:ext cx="4114800" cy="365125"/>
          </a:xfrm>
        </p:spPr>
        <p:txBody>
          <a:bodyPr/>
          <a:lstStyle/>
          <a:p>
            <a:endParaRPr lang="en-US"/>
          </a:p>
        </p:txBody>
      </p:sp>
      <p:sp>
        <p:nvSpPr>
          <p:cNvPr id="6" name="Slide Number Placeholder 5">
            <a:extLst>
              <a:ext uri="{FF2B5EF4-FFF2-40B4-BE49-F238E27FC236}">
                <a16:creationId xmlns:a16="http://schemas.microsoft.com/office/drawing/2014/main" id="{E8E16270-CBD7-4ACC-BFC5-9CADE7226688}"/>
              </a:ext>
            </a:extLst>
          </p:cNvPr>
          <p:cNvSpPr>
            <a:spLocks noGrp="1"/>
          </p:cNvSpPr>
          <p:nvPr>
            <p:ph type="sldNum" sz="quarter" idx="12"/>
          </p:nvPr>
        </p:nvSpPr>
        <p:spPr/>
        <p:txBody>
          <a:bodyPr/>
          <a:lstStyle/>
          <a:p>
            <a:fld id="{19590046-DA73-4BBF-84B5-C08E6F75191A}" type="slidenum">
              <a:rPr lang="en-US" smtClean="0"/>
              <a:t>‹#›</a:t>
            </a:fld>
            <a:endParaRPr lang="en-US"/>
          </a:p>
        </p:txBody>
      </p:sp>
      <p:grpSp>
        <p:nvGrpSpPr>
          <p:cNvPr id="7" name="Group 6">
            <a:extLst>
              <a:ext uri="{FF2B5EF4-FFF2-40B4-BE49-F238E27FC236}">
                <a16:creationId xmlns:a16="http://schemas.microsoft.com/office/drawing/2014/main" id="{79B5D0C1-066E-4C02-A6B8-59FAE4A19724}"/>
              </a:ext>
            </a:extLst>
          </p:cNvPr>
          <p:cNvGrpSpPr/>
          <p:nvPr/>
        </p:nvGrpSpPr>
        <p:grpSpPr>
          <a:xfrm>
            <a:off x="5662258" y="4240546"/>
            <a:ext cx="867485" cy="115439"/>
            <a:chOff x="8910933" y="1861308"/>
            <a:chExt cx="867485" cy="115439"/>
          </a:xfrm>
        </p:grpSpPr>
        <p:sp>
          <p:nvSpPr>
            <p:cNvPr id="8" name="Rectangle 7">
              <a:extLst>
                <a:ext uri="{FF2B5EF4-FFF2-40B4-BE49-F238E27FC236}">
                  <a16:creationId xmlns:a16="http://schemas.microsoft.com/office/drawing/2014/main" id="{D4386904-AFDC-449E-8D1B-906B305EBDA7}"/>
                </a:ext>
              </a:extLst>
            </p:cNvPr>
            <p:cNvSpPr/>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ffectLst>
                  <a:outerShdw blurRad="38100" dist="38100" dir="2700000" algn="tl">
                    <a:srgbClr val="000000">
                      <a:alpha val="43137"/>
                    </a:srgbClr>
                  </a:outerShdw>
                </a:effectLst>
              </a:endParaRPr>
            </a:p>
          </p:txBody>
        </p:sp>
        <p:cxnSp>
          <p:nvCxnSpPr>
            <p:cNvPr id="9" name="Straight Connector 8">
              <a:extLst>
                <a:ext uri="{FF2B5EF4-FFF2-40B4-BE49-F238E27FC236}">
                  <a16:creationId xmlns:a16="http://schemas.microsoft.com/office/drawing/2014/main" id="{F70778F2-11E8-428C-8324-479CA9D6FE92}"/>
                </a:ext>
              </a:extLst>
            </p:cNvPr>
            <p:cNvCxnSpPr/>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A0BE89E-CB2D-48BA-A8D2-533FAAAA725F}"/>
                </a:ext>
              </a:extLst>
            </p:cNvPr>
            <p:cNvCxnSpPr/>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2775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2DC87-4B97-4A7C-BC4C-6E772456161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4B59FD9-57FD-4ABA-9FCD-7954052534C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7BD40E-B0AA-47B8-900F-488A8AEC1BC2}"/>
              </a:ext>
            </a:extLst>
          </p:cNvPr>
          <p:cNvSpPr>
            <a:spLocks noGrp="1"/>
          </p:cNvSpPr>
          <p:nvPr>
            <p:ph type="dt" sz="half" idx="10"/>
          </p:nvPr>
        </p:nvSpPr>
        <p:spPr/>
        <p:txBody>
          <a:bodyPr/>
          <a:lstStyle/>
          <a:p>
            <a:fld id="{C485584D-7D79-4248-9986-4CA35242F944}" type="datetimeFigureOut">
              <a:rPr lang="en-US" smtClean="0"/>
              <a:t>8/18/2026</a:t>
            </a:fld>
            <a:endParaRPr lang="en-US"/>
          </a:p>
        </p:txBody>
      </p:sp>
      <p:sp>
        <p:nvSpPr>
          <p:cNvPr id="5" name="Footer Placeholder 4">
            <a:extLst>
              <a:ext uri="{FF2B5EF4-FFF2-40B4-BE49-F238E27FC236}">
                <a16:creationId xmlns:a16="http://schemas.microsoft.com/office/drawing/2014/main" id="{865E623C-1E35-4485-A5B4-A71969BE70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5C6BB9-EF4F-465E-985B-34521F68C583}"/>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4537673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87F5577-D71B-4279-B07A-62F703E5D1DC}"/>
              </a:ext>
            </a:extLst>
          </p:cNvPr>
          <p:cNvSpPr>
            <a:spLocks noGrp="1"/>
          </p:cNvSpPr>
          <p:nvPr>
            <p:ph type="dt" sz="half" idx="10"/>
          </p:nvPr>
        </p:nvSpPr>
        <p:spPr/>
        <p:txBody>
          <a:bodyPr/>
          <a:lstStyle/>
          <a:p>
            <a:fld id="{C485584D-7D79-4248-9986-4CA35242F944}" type="datetimeFigureOut">
              <a:rPr lang="en-US" smtClean="0"/>
              <a:t>8/18/2026</a:t>
            </a:fld>
            <a:endParaRPr lang="en-US"/>
          </a:p>
        </p:txBody>
      </p:sp>
      <p:sp>
        <p:nvSpPr>
          <p:cNvPr id="5" name="Footer Placeholder 4">
            <a:extLst>
              <a:ext uri="{FF2B5EF4-FFF2-40B4-BE49-F238E27FC236}">
                <a16:creationId xmlns:a16="http://schemas.microsoft.com/office/drawing/2014/main" id="{F648367D-C35C-4023-BEBE-F834D033B0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BFCF8A-B8C6-496A-98A5-BBB52DB70F16}"/>
              </a:ext>
            </a:extLst>
          </p:cNvPr>
          <p:cNvSpPr>
            <a:spLocks noGrp="1"/>
          </p:cNvSpPr>
          <p:nvPr>
            <p:ph type="sldNum" sz="quarter" idx="12"/>
          </p:nvPr>
        </p:nvSpPr>
        <p:spPr/>
        <p:txBody>
          <a:bodyPr/>
          <a:lstStyle/>
          <a:p>
            <a:fld id="{19590046-DA73-4BBF-84B5-C08E6F75191A}" type="slidenum">
              <a:rPr lang="en-US" smtClean="0"/>
              <a:t>‹#›</a:t>
            </a:fld>
            <a:endParaRPr lang="en-US"/>
          </a:p>
        </p:txBody>
      </p:sp>
      <p:sp>
        <p:nvSpPr>
          <p:cNvPr id="11" name="Rectangle 5">
            <a:extLst>
              <a:ext uri="{FF2B5EF4-FFF2-40B4-BE49-F238E27FC236}">
                <a16:creationId xmlns:a16="http://schemas.microsoft.com/office/drawing/2014/main" id="{CDE45C10-227D-42DF-A888-EEFD3784FA8E}"/>
              </a:ext>
              <a:ext uri="{C183D7F6-B498-43B3-948B-1728B52AA6E4}">
                <adec:decorative xmlns:adec="http://schemas.microsoft.com/office/drawing/2017/decorative" val="1"/>
              </a:ext>
            </a:extLst>
          </p:cNvPr>
          <p:cNvSpPr/>
          <p:nvPr/>
        </p:nvSpPr>
        <p:spPr>
          <a:xfrm>
            <a:off x="723900" y="750338"/>
            <a:ext cx="4580642" cy="5494694"/>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6096000 w 6096000"/>
              <a:gd name="connsiteY2" fmla="*/ 6858000 h 6858000"/>
              <a:gd name="connsiteX3" fmla="*/ 3058886 w 6096000"/>
              <a:gd name="connsiteY3" fmla="*/ 6858000 h 6858000"/>
              <a:gd name="connsiteX4" fmla="*/ 0 w 6096000"/>
              <a:gd name="connsiteY4" fmla="*/ 6858000 h 6858000"/>
              <a:gd name="connsiteX5" fmla="*/ 0 w 6096000"/>
              <a:gd name="connsiteY5" fmla="*/ 0 h 6858000"/>
              <a:gd name="connsiteX0" fmla="*/ 0 w 6096000"/>
              <a:gd name="connsiteY0" fmla="*/ 0 h 6858000"/>
              <a:gd name="connsiteX1" fmla="*/ 6096000 w 6096000"/>
              <a:gd name="connsiteY1" fmla="*/ 0 h 6858000"/>
              <a:gd name="connsiteX2" fmla="*/ 6096000 w 6096000"/>
              <a:gd name="connsiteY2" fmla="*/ 6858000 h 6858000"/>
              <a:gd name="connsiteX3" fmla="*/ 3037115 w 6096000"/>
              <a:gd name="connsiteY3" fmla="*/ 5889172 h 6858000"/>
              <a:gd name="connsiteX4" fmla="*/ 0 w 6096000"/>
              <a:gd name="connsiteY4" fmla="*/ 6858000 h 6858000"/>
              <a:gd name="connsiteX5" fmla="*/ 0 w 6096000"/>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6000" h="6858000">
                <a:moveTo>
                  <a:pt x="0" y="0"/>
                </a:moveTo>
                <a:lnTo>
                  <a:pt x="6096000" y="0"/>
                </a:lnTo>
                <a:lnTo>
                  <a:pt x="6096000" y="6858000"/>
                </a:lnTo>
                <a:lnTo>
                  <a:pt x="3037115" y="5889172"/>
                </a:lnTo>
                <a:lnTo>
                  <a:pt x="0" y="6858000"/>
                </a:lnTo>
                <a:lnTo>
                  <a:pt x="0" y="0"/>
                </a:lnTo>
                <a:close/>
              </a:path>
            </a:pathLst>
          </a:custGeom>
          <a:solidFill>
            <a:schemeClr val="bg2">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DA214944-8898-48BC-AE6F-065DA7BBB8E8}"/>
              </a:ext>
              <a:ext uri="{C183D7F6-B498-43B3-948B-1728B52AA6E4}">
                <adec:decorative xmlns:adec="http://schemas.microsoft.com/office/drawing/2017/decorative" val="1"/>
              </a:ext>
            </a:extLst>
          </p:cNvPr>
          <p:cNvGrpSpPr/>
          <p:nvPr/>
        </p:nvGrpSpPr>
        <p:grpSpPr>
          <a:xfrm>
            <a:off x="2580478" y="4714704"/>
            <a:ext cx="867485" cy="115439"/>
            <a:chOff x="8910933" y="1861308"/>
            <a:chExt cx="867485" cy="115439"/>
          </a:xfrm>
        </p:grpSpPr>
        <p:sp>
          <p:nvSpPr>
            <p:cNvPr id="8" name="Rectangle 7">
              <a:extLst>
                <a:ext uri="{FF2B5EF4-FFF2-40B4-BE49-F238E27FC236}">
                  <a16:creationId xmlns:a16="http://schemas.microsoft.com/office/drawing/2014/main" id="{B94B3AAB-30C4-441D-B481-D253F8325953}"/>
                </a:ext>
              </a:extLst>
            </p:cNvPr>
            <p:cNvSpPr/>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ffectLst>
                  <a:outerShdw blurRad="38100" dist="38100" dir="2700000" algn="tl">
                    <a:srgbClr val="000000">
                      <a:alpha val="43137"/>
                    </a:srgbClr>
                  </a:outerShdw>
                </a:effectLst>
              </a:endParaRPr>
            </a:p>
          </p:txBody>
        </p:sp>
        <p:cxnSp>
          <p:nvCxnSpPr>
            <p:cNvPr id="9" name="Straight Connector 8">
              <a:extLst>
                <a:ext uri="{FF2B5EF4-FFF2-40B4-BE49-F238E27FC236}">
                  <a16:creationId xmlns:a16="http://schemas.microsoft.com/office/drawing/2014/main" id="{FDCB6176-5585-40BC-BC9C-CA625F989F1B}"/>
                </a:ext>
              </a:extLst>
            </p:cNvPr>
            <p:cNvCxnSpPr/>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7C4F1D9-97D8-43DD-A319-C56367F97FCE}"/>
                </a:ext>
              </a:extLst>
            </p:cNvPr>
            <p:cNvCxnSpPr/>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D25E64ED-B373-4866-B5A2-E805D3168BBB}"/>
              </a:ext>
            </a:extLst>
          </p:cNvPr>
          <p:cNvSpPr>
            <a:spLocks noGrp="1"/>
          </p:cNvSpPr>
          <p:nvPr>
            <p:ph type="title"/>
          </p:nvPr>
        </p:nvSpPr>
        <p:spPr>
          <a:xfrm>
            <a:off x="1151291" y="1274475"/>
            <a:ext cx="3761832" cy="2823913"/>
          </a:xfrm>
        </p:spPr>
        <p:txBody>
          <a:bodyPr anchor="b">
            <a:normAutofit/>
          </a:bodyPr>
          <a:lstStyle>
            <a:lvl1pPr algn="ctr">
              <a:defRPr sz="3200" cap="all" spc="600" baseline="0"/>
            </a:lvl1pPr>
          </a:lstStyle>
          <a:p>
            <a:r>
              <a:rPr lang="en-US" dirty="0"/>
              <a:t>Click to edit Master title style</a:t>
            </a:r>
          </a:p>
        </p:txBody>
      </p:sp>
      <p:sp>
        <p:nvSpPr>
          <p:cNvPr id="3" name="Text Placeholder 2">
            <a:extLst>
              <a:ext uri="{FF2B5EF4-FFF2-40B4-BE49-F238E27FC236}">
                <a16:creationId xmlns:a16="http://schemas.microsoft.com/office/drawing/2014/main" id="{AB6D6168-DDAE-41B2-A0D5-42185A2D028C}"/>
              </a:ext>
            </a:extLst>
          </p:cNvPr>
          <p:cNvSpPr>
            <a:spLocks noGrp="1"/>
          </p:cNvSpPr>
          <p:nvPr>
            <p:ph type="body" idx="1"/>
          </p:nvPr>
        </p:nvSpPr>
        <p:spPr>
          <a:xfrm>
            <a:off x="6556756" y="2730304"/>
            <a:ext cx="4383030" cy="1397390"/>
          </a:xfrm>
        </p:spPr>
        <p:txBody>
          <a:bodyPr anchor="ctr">
            <a:normAutofit/>
          </a:bodyPr>
          <a:lstStyle>
            <a:lvl1pPr marL="0" indent="0" algn="ctr">
              <a:buNone/>
              <a:defRPr sz="20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42872099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825EB-71EE-41B3-89D2-47A0C7C359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E662F7D-C4AD-4BD4-AAC8-F0223EE4A38B}"/>
              </a:ext>
            </a:extLst>
          </p:cNvPr>
          <p:cNvSpPr>
            <a:spLocks noGrp="1"/>
          </p:cNvSpPr>
          <p:nvPr>
            <p:ph sz="half" idx="1"/>
          </p:nvPr>
        </p:nvSpPr>
        <p:spPr>
          <a:xfrm>
            <a:off x="1037305" y="2155369"/>
            <a:ext cx="4953000" cy="399832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9D0FB088-28C6-4667-8DF2-0DE32AE3EC30}"/>
              </a:ext>
            </a:extLst>
          </p:cNvPr>
          <p:cNvSpPr>
            <a:spLocks noGrp="1"/>
          </p:cNvSpPr>
          <p:nvPr>
            <p:ph sz="half" idx="2"/>
          </p:nvPr>
        </p:nvSpPr>
        <p:spPr>
          <a:xfrm>
            <a:off x="6172200" y="2155369"/>
            <a:ext cx="4953000" cy="39983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F36095F-AE34-4E94-B722-E3A1205AEEDC}"/>
              </a:ext>
            </a:extLst>
          </p:cNvPr>
          <p:cNvSpPr>
            <a:spLocks noGrp="1"/>
          </p:cNvSpPr>
          <p:nvPr>
            <p:ph type="dt" sz="half" idx="10"/>
          </p:nvPr>
        </p:nvSpPr>
        <p:spPr/>
        <p:txBody>
          <a:bodyPr/>
          <a:lstStyle/>
          <a:p>
            <a:fld id="{C485584D-7D79-4248-9986-4CA35242F944}" type="datetimeFigureOut">
              <a:rPr lang="en-US" smtClean="0"/>
              <a:t>8/18/2026</a:t>
            </a:fld>
            <a:endParaRPr lang="en-US"/>
          </a:p>
        </p:txBody>
      </p:sp>
      <p:sp>
        <p:nvSpPr>
          <p:cNvPr id="6" name="Footer Placeholder 5">
            <a:extLst>
              <a:ext uri="{FF2B5EF4-FFF2-40B4-BE49-F238E27FC236}">
                <a16:creationId xmlns:a16="http://schemas.microsoft.com/office/drawing/2014/main" id="{6E06A8E6-BD94-48EA-8F35-DA0DF910AC2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478AEF-56B8-49F5-81E8-663B1FFA073B}"/>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17642723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F873F-001F-4254-97F3-05329E6A7B67}"/>
              </a:ext>
            </a:extLst>
          </p:cNvPr>
          <p:cNvSpPr>
            <a:spLocks noGrp="1"/>
          </p:cNvSpPr>
          <p:nvPr>
            <p:ph type="title"/>
          </p:nvPr>
        </p:nvSpPr>
        <p:spPr>
          <a:xfrm>
            <a:off x="1028700" y="555171"/>
            <a:ext cx="10134600" cy="1135517"/>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4A37B575-060F-4296-A28A-93DA109F96F5}"/>
              </a:ext>
            </a:extLst>
          </p:cNvPr>
          <p:cNvSpPr>
            <a:spLocks noGrp="1"/>
          </p:cNvSpPr>
          <p:nvPr>
            <p:ph type="body" idx="1"/>
          </p:nvPr>
        </p:nvSpPr>
        <p:spPr>
          <a:xfrm>
            <a:off x="1037306" y="1801620"/>
            <a:ext cx="4849036" cy="814387"/>
          </a:xfrm>
        </p:spPr>
        <p:txBody>
          <a:bodyPr anchor="b">
            <a:normAutofit/>
          </a:bodyPr>
          <a:lstStyle>
            <a:lvl1pPr marL="0" indent="0">
              <a:buNone/>
              <a:defRPr sz="18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BA581A51-F4D1-4A02-9918-C416F820B646}"/>
              </a:ext>
            </a:extLst>
          </p:cNvPr>
          <p:cNvSpPr>
            <a:spLocks noGrp="1"/>
          </p:cNvSpPr>
          <p:nvPr>
            <p:ph sz="half" idx="2"/>
          </p:nvPr>
        </p:nvSpPr>
        <p:spPr>
          <a:xfrm>
            <a:off x="1037306" y="2619103"/>
            <a:ext cx="4849036" cy="3514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32916D0-3DFE-455D-9888-3FDEFD3DE0CD}"/>
              </a:ext>
            </a:extLst>
          </p:cNvPr>
          <p:cNvSpPr>
            <a:spLocks noGrp="1"/>
          </p:cNvSpPr>
          <p:nvPr>
            <p:ph type="body" sz="quarter" idx="3"/>
          </p:nvPr>
        </p:nvSpPr>
        <p:spPr>
          <a:xfrm>
            <a:off x="6250108" y="1801620"/>
            <a:ext cx="4904585" cy="814387"/>
          </a:xfrm>
        </p:spPr>
        <p:txBody>
          <a:bodyPr anchor="b">
            <a:normAutofit/>
          </a:bodyPr>
          <a:lstStyle>
            <a:lvl1pPr marL="0" indent="0">
              <a:buNone/>
              <a:defRPr sz="18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F093D763-0643-4A48-8007-93391C59F6D5}"/>
              </a:ext>
            </a:extLst>
          </p:cNvPr>
          <p:cNvSpPr>
            <a:spLocks noGrp="1"/>
          </p:cNvSpPr>
          <p:nvPr>
            <p:ph sz="quarter" idx="4"/>
          </p:nvPr>
        </p:nvSpPr>
        <p:spPr>
          <a:xfrm>
            <a:off x="6250108" y="2619103"/>
            <a:ext cx="4904585" cy="3514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9A2D07B-3A5D-41C2-83B8-BD1AD6522CAD}"/>
              </a:ext>
            </a:extLst>
          </p:cNvPr>
          <p:cNvSpPr>
            <a:spLocks noGrp="1"/>
          </p:cNvSpPr>
          <p:nvPr>
            <p:ph type="dt" sz="half" idx="10"/>
          </p:nvPr>
        </p:nvSpPr>
        <p:spPr/>
        <p:txBody>
          <a:bodyPr/>
          <a:lstStyle/>
          <a:p>
            <a:fld id="{C485584D-7D79-4248-9986-4CA35242F944}" type="datetimeFigureOut">
              <a:rPr lang="en-US" smtClean="0"/>
              <a:t>8/18/2026</a:t>
            </a:fld>
            <a:endParaRPr lang="en-US"/>
          </a:p>
        </p:txBody>
      </p:sp>
      <p:sp>
        <p:nvSpPr>
          <p:cNvPr id="8" name="Footer Placeholder 7">
            <a:extLst>
              <a:ext uri="{FF2B5EF4-FFF2-40B4-BE49-F238E27FC236}">
                <a16:creationId xmlns:a16="http://schemas.microsoft.com/office/drawing/2014/main" id="{0E2C1367-FE5A-4CDD-B85B-724FFFE5B58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992F244-23EB-4E1A-B74F-77F23F87978D}"/>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22469551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76C0A-BEF4-4DE4-A9D2-C60298FC7F9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367C0AC-3C98-4D68-AE72-CFFA1638CC02}"/>
              </a:ext>
            </a:extLst>
          </p:cNvPr>
          <p:cNvSpPr>
            <a:spLocks noGrp="1"/>
          </p:cNvSpPr>
          <p:nvPr>
            <p:ph type="dt" sz="half" idx="10"/>
          </p:nvPr>
        </p:nvSpPr>
        <p:spPr/>
        <p:txBody>
          <a:bodyPr/>
          <a:lstStyle/>
          <a:p>
            <a:fld id="{C485584D-7D79-4248-9986-4CA35242F944}" type="datetimeFigureOut">
              <a:rPr lang="en-US" smtClean="0"/>
              <a:t>8/18/2026</a:t>
            </a:fld>
            <a:endParaRPr lang="en-US"/>
          </a:p>
        </p:txBody>
      </p:sp>
      <p:sp>
        <p:nvSpPr>
          <p:cNvPr id="4" name="Footer Placeholder 3">
            <a:extLst>
              <a:ext uri="{FF2B5EF4-FFF2-40B4-BE49-F238E27FC236}">
                <a16:creationId xmlns:a16="http://schemas.microsoft.com/office/drawing/2014/main" id="{FEA7722A-E2E4-45D2-8A20-4853ED6837B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46B9201-B20B-4412-B745-F2F6A91487E8}"/>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5443989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C4889A-9ABE-4409-BAD8-F84C36C1FA09}"/>
              </a:ext>
            </a:extLst>
          </p:cNvPr>
          <p:cNvSpPr>
            <a:spLocks noGrp="1"/>
          </p:cNvSpPr>
          <p:nvPr>
            <p:ph type="dt" sz="half" idx="10"/>
          </p:nvPr>
        </p:nvSpPr>
        <p:spPr/>
        <p:txBody>
          <a:bodyPr/>
          <a:lstStyle/>
          <a:p>
            <a:fld id="{C485584D-7D79-4248-9986-4CA35242F944}" type="datetimeFigureOut">
              <a:rPr lang="en-US" smtClean="0"/>
              <a:t>8/18/2026</a:t>
            </a:fld>
            <a:endParaRPr lang="en-US"/>
          </a:p>
        </p:txBody>
      </p:sp>
      <p:sp>
        <p:nvSpPr>
          <p:cNvPr id="3" name="Footer Placeholder 2">
            <a:extLst>
              <a:ext uri="{FF2B5EF4-FFF2-40B4-BE49-F238E27FC236}">
                <a16:creationId xmlns:a16="http://schemas.microsoft.com/office/drawing/2014/main" id="{7DDA5A70-FE21-4CB6-A67B-1DC798E9E3B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984AD11-7FD2-432C-A6AB-395BE9275C1B}"/>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9338778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397CF-9CDD-4E78-8F35-A2FFE7867419}"/>
              </a:ext>
            </a:extLst>
          </p:cNvPr>
          <p:cNvSpPr>
            <a:spLocks noGrp="1"/>
          </p:cNvSpPr>
          <p:nvPr>
            <p:ph type="title"/>
          </p:nvPr>
        </p:nvSpPr>
        <p:spPr>
          <a:xfrm>
            <a:off x="1066800" y="457200"/>
            <a:ext cx="3705225" cy="1600200"/>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7194BFE-7A85-4123-B0F7-4DB1C141CE60}"/>
              </a:ext>
            </a:extLst>
          </p:cNvPr>
          <p:cNvSpPr>
            <a:spLocks noGrp="1"/>
          </p:cNvSpPr>
          <p:nvPr>
            <p:ph idx="1"/>
          </p:nvPr>
        </p:nvSpPr>
        <p:spPr>
          <a:xfrm>
            <a:off x="5183188" y="1066800"/>
            <a:ext cx="6172200" cy="483869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641EFD6D-1929-4A73-A860-22A36FF5C17D}"/>
              </a:ext>
            </a:extLst>
          </p:cNvPr>
          <p:cNvSpPr>
            <a:spLocks noGrp="1"/>
          </p:cNvSpPr>
          <p:nvPr>
            <p:ph type="body" sz="half" idx="2"/>
          </p:nvPr>
        </p:nvSpPr>
        <p:spPr>
          <a:xfrm>
            <a:off x="1066800" y="2057400"/>
            <a:ext cx="370522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B399A5-94A1-4452-AFF0-918BDA8B14F9}"/>
              </a:ext>
            </a:extLst>
          </p:cNvPr>
          <p:cNvSpPr>
            <a:spLocks noGrp="1"/>
          </p:cNvSpPr>
          <p:nvPr>
            <p:ph type="dt" sz="half" idx="10"/>
          </p:nvPr>
        </p:nvSpPr>
        <p:spPr/>
        <p:txBody>
          <a:bodyPr/>
          <a:lstStyle/>
          <a:p>
            <a:fld id="{C485584D-7D79-4248-9986-4CA35242F944}" type="datetimeFigureOut">
              <a:rPr lang="en-US" smtClean="0"/>
              <a:t>8/18/2026</a:t>
            </a:fld>
            <a:endParaRPr lang="en-US"/>
          </a:p>
        </p:txBody>
      </p:sp>
      <p:sp>
        <p:nvSpPr>
          <p:cNvPr id="6" name="Footer Placeholder 5">
            <a:extLst>
              <a:ext uri="{FF2B5EF4-FFF2-40B4-BE49-F238E27FC236}">
                <a16:creationId xmlns:a16="http://schemas.microsoft.com/office/drawing/2014/main" id="{489589D8-DD83-406C-A77A-176D23993B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E46024-82ED-40EF-8846-F6CC44BC53DE}"/>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30063518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D12FA-83A4-42AF-98D7-312C4C5A7128}"/>
              </a:ext>
            </a:extLst>
          </p:cNvPr>
          <p:cNvSpPr>
            <a:spLocks noGrp="1"/>
          </p:cNvSpPr>
          <p:nvPr>
            <p:ph type="title"/>
          </p:nvPr>
        </p:nvSpPr>
        <p:spPr>
          <a:xfrm>
            <a:off x="1066800" y="457200"/>
            <a:ext cx="3705225" cy="1600200"/>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46CF1DC8-2932-4C6E-BFBB-8BA1C9598425}"/>
              </a:ext>
            </a:extLst>
          </p:cNvPr>
          <p:cNvSpPr>
            <a:spLocks noGrp="1"/>
          </p:cNvSpPr>
          <p:nvPr>
            <p:ph type="pic" idx="1"/>
          </p:nvPr>
        </p:nvSpPr>
        <p:spPr>
          <a:xfrm>
            <a:off x="5183188" y="1066800"/>
            <a:ext cx="5942012" cy="48387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8D6E0000-EF01-46A5-8A71-25FB7EA3F94A}"/>
              </a:ext>
            </a:extLst>
          </p:cNvPr>
          <p:cNvSpPr>
            <a:spLocks noGrp="1"/>
          </p:cNvSpPr>
          <p:nvPr>
            <p:ph type="body" sz="half" idx="2"/>
          </p:nvPr>
        </p:nvSpPr>
        <p:spPr>
          <a:xfrm>
            <a:off x="1066800" y="2057400"/>
            <a:ext cx="370522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1AD40B-9246-4532-9F73-5BA9061C3ABA}"/>
              </a:ext>
            </a:extLst>
          </p:cNvPr>
          <p:cNvSpPr>
            <a:spLocks noGrp="1"/>
          </p:cNvSpPr>
          <p:nvPr>
            <p:ph type="dt" sz="half" idx="10"/>
          </p:nvPr>
        </p:nvSpPr>
        <p:spPr/>
        <p:txBody>
          <a:bodyPr/>
          <a:lstStyle/>
          <a:p>
            <a:fld id="{C485584D-7D79-4248-9986-4CA35242F944}" type="datetimeFigureOut">
              <a:rPr lang="en-US" smtClean="0"/>
              <a:t>8/18/2026</a:t>
            </a:fld>
            <a:endParaRPr lang="en-US"/>
          </a:p>
        </p:txBody>
      </p:sp>
      <p:sp>
        <p:nvSpPr>
          <p:cNvPr id="6" name="Footer Placeholder 5">
            <a:extLst>
              <a:ext uri="{FF2B5EF4-FFF2-40B4-BE49-F238E27FC236}">
                <a16:creationId xmlns:a16="http://schemas.microsoft.com/office/drawing/2014/main" id="{8BE6B9A0-5B1C-4F7B-828A-EF74E51478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2E99FB-C932-4165-A612-8B302D8F7229}"/>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12284830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B1126-542A-43AD-8078-EE356516544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4A5F98B-5F32-4561-BFBC-9F6E5DA0A347}"/>
              </a:ext>
            </a:extLst>
          </p:cNvPr>
          <p:cNvSpPr>
            <a:spLocks noGrp="1"/>
          </p:cNvSpPr>
          <p:nvPr>
            <p:ph type="body" orient="vert" idx="1"/>
          </p:nvPr>
        </p:nvSpPr>
        <p:spPr>
          <a:xfrm>
            <a:off x="1028700" y="2161903"/>
            <a:ext cx="10134600" cy="374359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73D0DD-B04E-4E48-8EE1-51E46131A9A2}"/>
              </a:ext>
            </a:extLst>
          </p:cNvPr>
          <p:cNvSpPr>
            <a:spLocks noGrp="1"/>
          </p:cNvSpPr>
          <p:nvPr>
            <p:ph type="dt" sz="half" idx="10"/>
          </p:nvPr>
        </p:nvSpPr>
        <p:spPr/>
        <p:txBody>
          <a:bodyPr/>
          <a:lstStyle/>
          <a:p>
            <a:fld id="{C485584D-7D79-4248-9986-4CA35242F944}" type="datetimeFigureOut">
              <a:rPr lang="en-US" smtClean="0"/>
              <a:t>8/18/2026</a:t>
            </a:fld>
            <a:endParaRPr lang="en-US"/>
          </a:p>
        </p:txBody>
      </p:sp>
      <p:sp>
        <p:nvSpPr>
          <p:cNvPr id="5" name="Footer Placeholder 4">
            <a:extLst>
              <a:ext uri="{FF2B5EF4-FFF2-40B4-BE49-F238E27FC236}">
                <a16:creationId xmlns:a16="http://schemas.microsoft.com/office/drawing/2014/main" id="{0481352D-F9C0-4442-9601-A09A7655E6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FC0801-9C45-40AE-AB33-5742CDA4DAC7}"/>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28731225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946561-59BF-4566-AD2C-9B05C4771DF4}"/>
              </a:ext>
            </a:extLst>
          </p:cNvPr>
          <p:cNvSpPr>
            <a:spLocks noGrp="1"/>
          </p:cNvSpPr>
          <p:nvPr>
            <p:ph type="title" orient="vert"/>
          </p:nvPr>
        </p:nvSpPr>
        <p:spPr>
          <a:xfrm>
            <a:off x="9196250" y="723899"/>
            <a:ext cx="2271849" cy="5410201"/>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A1DF7870-6CBD-47E2-854C-68141BAA101D}"/>
              </a:ext>
            </a:extLst>
          </p:cNvPr>
          <p:cNvSpPr>
            <a:spLocks noGrp="1"/>
          </p:cNvSpPr>
          <p:nvPr>
            <p:ph type="body" orient="vert" idx="1"/>
          </p:nvPr>
        </p:nvSpPr>
        <p:spPr>
          <a:xfrm>
            <a:off x="723900" y="723899"/>
            <a:ext cx="8302534" cy="54102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712FAF3-C106-49CB-A845-1FC7F731399D}"/>
              </a:ext>
            </a:extLst>
          </p:cNvPr>
          <p:cNvSpPr>
            <a:spLocks noGrp="1"/>
          </p:cNvSpPr>
          <p:nvPr>
            <p:ph type="dt" sz="half" idx="10"/>
          </p:nvPr>
        </p:nvSpPr>
        <p:spPr/>
        <p:txBody>
          <a:bodyPr/>
          <a:lstStyle/>
          <a:p>
            <a:fld id="{C485584D-7D79-4248-9986-4CA35242F944}" type="datetimeFigureOut">
              <a:rPr lang="en-US" smtClean="0"/>
              <a:t>8/18/2026</a:t>
            </a:fld>
            <a:endParaRPr lang="en-US"/>
          </a:p>
        </p:txBody>
      </p:sp>
      <p:sp>
        <p:nvSpPr>
          <p:cNvPr id="5" name="Footer Placeholder 4">
            <a:extLst>
              <a:ext uri="{FF2B5EF4-FFF2-40B4-BE49-F238E27FC236}">
                <a16:creationId xmlns:a16="http://schemas.microsoft.com/office/drawing/2014/main" id="{E34D5CCC-00E8-48FA-91A6-921E7B6440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7E1751-E7AA-406D-A977-1ACEF1FBD134}"/>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6061794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82880" y="5176159"/>
            <a:ext cx="11640312" cy="845493"/>
          </a:xfrm>
        </p:spPr>
        <p:txBody>
          <a:bodyPr vert="horz" lIns="91440" tIns="45720" rIns="91440" bIns="45720" rtlCol="0" anchor="b">
            <a:normAutofit/>
          </a:bodyPr>
          <a:lstStyle>
            <a:lvl1pPr>
              <a:defRPr lang="en-US" sz="44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10313" y="5980176"/>
            <a:ext cx="11612880" cy="530352"/>
          </a:xfrm>
        </p:spPr>
        <p:txBody>
          <a:bodyPr vert="horz" lIns="91440" tIns="45720" rIns="91440" bIns="45720" rtlCol="0">
            <a:normAutofit/>
          </a:bodyPr>
          <a:lstStyle>
            <a:lvl1pPr marL="0" indent="0">
              <a:buNone/>
              <a:defRPr lang="en-US" sz="1600" dirty="0">
                <a:solidFill>
                  <a:schemeClr val="tx2"/>
                </a:solidFill>
              </a:defRPr>
            </a:lvl1pPr>
          </a:lstStyle>
          <a:p>
            <a:pPr lvl="0"/>
            <a:r>
              <a:rPr lang="en-US"/>
              <a:t>Click to edit Master subtitle style</a:t>
            </a:r>
          </a:p>
        </p:txBody>
      </p:sp>
      <p:sp>
        <p:nvSpPr>
          <p:cNvPr id="10" name="Picture Placeholder 9">
            <a:extLst>
              <a:ext uri="{FF2B5EF4-FFF2-40B4-BE49-F238E27FC236}">
                <a16:creationId xmlns:a16="http://schemas.microsoft.com/office/drawing/2014/main" id="{150AF6FA-7D1D-1351-A76E-43C54D28FD68}"/>
              </a:ext>
            </a:extLst>
          </p:cNvPr>
          <p:cNvSpPr>
            <a:spLocks noGrp="1"/>
          </p:cNvSpPr>
          <p:nvPr>
            <p:ph type="pic" sz="quarter" idx="13" hasCustomPrompt="1"/>
          </p:nvPr>
        </p:nvSpPr>
        <p:spPr>
          <a:xfrm>
            <a:off x="274220" y="266700"/>
            <a:ext cx="11649456" cy="4853814"/>
          </a:xfrm>
          <a:custGeom>
            <a:avLst/>
            <a:gdLst>
              <a:gd name="connsiteX0" fmla="*/ 291520 w 11651080"/>
              <a:gd name="connsiteY0" fmla="*/ 0 h 4853814"/>
              <a:gd name="connsiteX1" fmla="*/ 11359560 w 11651080"/>
              <a:gd name="connsiteY1" fmla="*/ 0 h 4853814"/>
              <a:gd name="connsiteX2" fmla="*/ 11651080 w 11651080"/>
              <a:gd name="connsiteY2" fmla="*/ 291520 h 4853814"/>
              <a:gd name="connsiteX3" fmla="*/ 11651080 w 11651080"/>
              <a:gd name="connsiteY3" fmla="*/ 4562294 h 4853814"/>
              <a:gd name="connsiteX4" fmla="*/ 11359560 w 11651080"/>
              <a:gd name="connsiteY4" fmla="*/ 4853814 h 4853814"/>
              <a:gd name="connsiteX5" fmla="*/ 291520 w 11651080"/>
              <a:gd name="connsiteY5" fmla="*/ 4853814 h 4853814"/>
              <a:gd name="connsiteX6" fmla="*/ 0 w 11651080"/>
              <a:gd name="connsiteY6" fmla="*/ 4562294 h 4853814"/>
              <a:gd name="connsiteX7" fmla="*/ 0 w 11651080"/>
              <a:gd name="connsiteY7" fmla="*/ 291520 h 4853814"/>
              <a:gd name="connsiteX8" fmla="*/ 291520 w 11651080"/>
              <a:gd name="connsiteY8" fmla="*/ 0 h 4853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51080" h="4853814">
                <a:moveTo>
                  <a:pt x="291520" y="0"/>
                </a:moveTo>
                <a:lnTo>
                  <a:pt x="11359560" y="0"/>
                </a:lnTo>
                <a:cubicBezTo>
                  <a:pt x="11520562" y="0"/>
                  <a:pt x="11651080" y="130518"/>
                  <a:pt x="11651080" y="291520"/>
                </a:cubicBezTo>
                <a:lnTo>
                  <a:pt x="11651080" y="4562294"/>
                </a:lnTo>
                <a:cubicBezTo>
                  <a:pt x="11651080" y="4723296"/>
                  <a:pt x="11520562" y="4853814"/>
                  <a:pt x="11359560" y="4853814"/>
                </a:cubicBezTo>
                <a:lnTo>
                  <a:pt x="291520" y="4853814"/>
                </a:lnTo>
                <a:cubicBezTo>
                  <a:pt x="130518" y="4853814"/>
                  <a:pt x="0" y="4723296"/>
                  <a:pt x="0" y="4562294"/>
                </a:cubicBezTo>
                <a:lnTo>
                  <a:pt x="0" y="291520"/>
                </a:lnTo>
                <a:cubicBezTo>
                  <a:pt x="0" y="130518"/>
                  <a:pt x="130518" y="0"/>
                  <a:pt x="291520"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82880" y="6391657"/>
            <a:ext cx="2805405" cy="330466"/>
          </a:xfrm>
        </p:spPr>
        <p:txBody>
          <a:bodyPr/>
          <a:lstStyle>
            <a:lvl1pPr>
              <a:defRPr>
                <a:solidFill>
                  <a:schemeClr val="tx2"/>
                </a:solidFill>
                <a:effectLst/>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137848" y="6391657"/>
            <a:ext cx="3494314" cy="330466"/>
          </a:xfrm>
        </p:spPr>
        <p:txBody>
          <a:bodyPr/>
          <a:lstStyle>
            <a:lvl1pPr algn="r">
              <a:defRPr>
                <a:solidFill>
                  <a:schemeClr val="tx2"/>
                </a:solidFill>
                <a:effectLst/>
              </a:defRPr>
            </a:lvl1pPr>
          </a:lstStyle>
          <a:p>
            <a:fld id="{2ABAD28B-DD56-4B56-883A-96608C765E28}" type="datetimeFigureOut">
              <a:rPr lang="en-US" smtClean="0"/>
              <a:pPr/>
              <a:t>8/18/2026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632162" y="6391657"/>
            <a:ext cx="429207" cy="330466"/>
          </a:xfrm>
        </p:spPr>
        <p:txBody>
          <a:bodyPr/>
          <a:lstStyle>
            <a:lvl1pPr>
              <a:defRPr>
                <a:solidFill>
                  <a:schemeClr val="tx2"/>
                </a:solidFill>
                <a:effectLst/>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2635323594"/>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CE7638-D991-46E7-BF2C-67D1AC829628}"/>
              </a:ext>
            </a:extLst>
          </p:cNvPr>
          <p:cNvSpPr>
            <a:spLocks noGrp="1"/>
          </p:cNvSpPr>
          <p:nvPr>
            <p:ph type="title"/>
          </p:nvPr>
        </p:nvSpPr>
        <p:spPr>
          <a:xfrm>
            <a:off x="1028700" y="723900"/>
            <a:ext cx="10134600" cy="1288489"/>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CA7C6B9C-4923-4DAB-9748-D5CD289EB978}"/>
              </a:ext>
            </a:extLst>
          </p:cNvPr>
          <p:cNvSpPr>
            <a:spLocks noGrp="1"/>
          </p:cNvSpPr>
          <p:nvPr>
            <p:ph type="body" idx="1"/>
          </p:nvPr>
        </p:nvSpPr>
        <p:spPr>
          <a:xfrm>
            <a:off x="1028700" y="2161903"/>
            <a:ext cx="10134600" cy="396934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E7578CF6-4B33-40E4-B881-5F4C568378E1}"/>
              </a:ext>
            </a:extLst>
          </p:cNvPr>
          <p:cNvSpPr>
            <a:spLocks noGrp="1"/>
          </p:cNvSpPr>
          <p:nvPr>
            <p:ph type="sldNum" sz="quarter" idx="4"/>
          </p:nvPr>
        </p:nvSpPr>
        <p:spPr>
          <a:xfrm>
            <a:off x="11394765" y="6245032"/>
            <a:ext cx="524491" cy="365125"/>
          </a:xfrm>
          <a:prstGeom prst="rect">
            <a:avLst/>
          </a:prstGeom>
        </p:spPr>
        <p:txBody>
          <a:bodyPr vert="horz" lIns="91440" tIns="45720" rIns="91440" bIns="45720" rtlCol="0" anchor="ctr"/>
          <a:lstStyle>
            <a:lvl1pPr algn="r">
              <a:defRPr sz="1050">
                <a:solidFill>
                  <a:schemeClr val="tx2"/>
                </a:solidFill>
              </a:defRPr>
            </a:lvl1pPr>
          </a:lstStyle>
          <a:p>
            <a:fld id="{19590046-DA73-4BBF-84B5-C08E6F75191A}" type="slidenum">
              <a:rPr lang="en-US" smtClean="0"/>
              <a:t>‹#›</a:t>
            </a:fld>
            <a:endParaRPr lang="en-US"/>
          </a:p>
        </p:txBody>
      </p:sp>
      <p:sp>
        <p:nvSpPr>
          <p:cNvPr id="4" name="Date Placeholder 3">
            <a:extLst>
              <a:ext uri="{FF2B5EF4-FFF2-40B4-BE49-F238E27FC236}">
                <a16:creationId xmlns:a16="http://schemas.microsoft.com/office/drawing/2014/main" id="{25AE857E-F564-4539-9984-10435B6140AC}"/>
              </a:ext>
            </a:extLst>
          </p:cNvPr>
          <p:cNvSpPr>
            <a:spLocks noGrp="1"/>
          </p:cNvSpPr>
          <p:nvPr>
            <p:ph type="dt" sz="half" idx="2"/>
          </p:nvPr>
        </p:nvSpPr>
        <p:spPr>
          <a:xfrm>
            <a:off x="354841" y="6245032"/>
            <a:ext cx="2659380" cy="365125"/>
          </a:xfrm>
          <a:prstGeom prst="rect">
            <a:avLst/>
          </a:prstGeom>
        </p:spPr>
        <p:txBody>
          <a:bodyPr vert="horz" lIns="91440" tIns="45720" rIns="91440" bIns="45720" rtlCol="0" anchor="ctr"/>
          <a:lstStyle>
            <a:lvl1pPr algn="l">
              <a:defRPr sz="1050">
                <a:solidFill>
                  <a:schemeClr val="tx2"/>
                </a:solidFill>
              </a:defRPr>
            </a:lvl1pPr>
          </a:lstStyle>
          <a:p>
            <a:fld id="{C485584D-7D79-4248-9986-4CA35242F944}" type="datetimeFigureOut">
              <a:rPr lang="en-US" smtClean="0"/>
              <a:t>8/18/2026</a:t>
            </a:fld>
            <a:endParaRPr lang="en-US"/>
          </a:p>
        </p:txBody>
      </p:sp>
      <p:sp>
        <p:nvSpPr>
          <p:cNvPr id="5" name="Footer Placeholder 4">
            <a:extLst>
              <a:ext uri="{FF2B5EF4-FFF2-40B4-BE49-F238E27FC236}">
                <a16:creationId xmlns:a16="http://schemas.microsoft.com/office/drawing/2014/main" id="{7D1EABEF-B998-4B11-A878-8F492F8E3983}"/>
              </a:ext>
            </a:extLst>
          </p:cNvPr>
          <p:cNvSpPr>
            <a:spLocks noGrp="1"/>
          </p:cNvSpPr>
          <p:nvPr>
            <p:ph type="ftr" sz="quarter" idx="3"/>
          </p:nvPr>
        </p:nvSpPr>
        <p:spPr>
          <a:xfrm>
            <a:off x="7279964" y="6245033"/>
            <a:ext cx="4112222" cy="365125"/>
          </a:xfrm>
          <a:prstGeom prst="rect">
            <a:avLst/>
          </a:prstGeom>
        </p:spPr>
        <p:txBody>
          <a:bodyPr vert="horz" lIns="91440" tIns="45720" rIns="91440" bIns="45720" rtlCol="0" anchor="ctr"/>
          <a:lstStyle>
            <a:lvl1pPr algn="r">
              <a:defRPr sz="1050">
                <a:solidFill>
                  <a:schemeClr val="tx2"/>
                </a:solidFill>
              </a:defRPr>
            </a:lvl1pPr>
          </a:lstStyle>
          <a:p>
            <a:endParaRPr lang="en-US"/>
          </a:p>
        </p:txBody>
      </p:sp>
      <p:sp>
        <p:nvSpPr>
          <p:cNvPr id="16" name="Freeform: Shape 15">
            <a:extLst>
              <a:ext uri="{FF2B5EF4-FFF2-40B4-BE49-F238E27FC236}">
                <a16:creationId xmlns:a16="http://schemas.microsoft.com/office/drawing/2014/main" id="{9EB54D17-3792-403D-9127-495845021D2B}"/>
              </a:ext>
            </a:extLst>
          </p:cNvPr>
          <p:cNvSpPr/>
          <p:nvPr/>
        </p:nvSpPr>
        <p:spPr>
          <a:xfrm>
            <a:off x="0" y="0"/>
            <a:ext cx="12192000" cy="6858000"/>
          </a:xfrm>
          <a:custGeom>
            <a:avLst/>
            <a:gdLst>
              <a:gd name="connsiteX0" fmla="*/ 160920 w 12192000"/>
              <a:gd name="connsiteY0" fmla="*/ 157606 h 6858000"/>
              <a:gd name="connsiteX1" fmla="*/ 160920 w 12192000"/>
              <a:gd name="connsiteY1" fmla="*/ 6700394 h 6858000"/>
              <a:gd name="connsiteX2" fmla="*/ 12031081 w 12192000"/>
              <a:gd name="connsiteY2" fmla="*/ 6700394 h 6858000"/>
              <a:gd name="connsiteX3" fmla="*/ 12031081 w 12192000"/>
              <a:gd name="connsiteY3" fmla="*/ 157606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160920" y="157606"/>
                </a:moveTo>
                <a:lnTo>
                  <a:pt x="160920" y="6700394"/>
                </a:lnTo>
                <a:lnTo>
                  <a:pt x="12031081" y="6700394"/>
                </a:lnTo>
                <a:lnTo>
                  <a:pt x="12031081" y="157606"/>
                </a:lnTo>
                <a:close/>
                <a:moveTo>
                  <a:pt x="0" y="0"/>
                </a:moveTo>
                <a:lnTo>
                  <a:pt x="12192000" y="0"/>
                </a:lnTo>
                <a:lnTo>
                  <a:pt x="12192000" y="6858000"/>
                </a:lnTo>
                <a:lnTo>
                  <a:pt x="0" y="6858000"/>
                </a:lnTo>
                <a:close/>
              </a:path>
            </a:pathLst>
          </a:cu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44844000"/>
      </p:ext>
    </p:extLst>
  </p:cSld>
  <p:clrMap bg1="lt1" tx1="dk1" bg2="lt2" tx2="dk2" accent1="accent1" accent2="accent2" accent3="accent3" accent4="accent4" accent5="accent5" accent6="accent6" hlink="hlink" folHlink="folHlink"/>
  <p:sldLayoutIdLst>
    <p:sldLayoutId id="2147484218" r:id="rId1"/>
    <p:sldLayoutId id="2147484219" r:id="rId2"/>
    <p:sldLayoutId id="2147484220" r:id="rId3"/>
    <p:sldLayoutId id="2147484221" r:id="rId4"/>
    <p:sldLayoutId id="2147484222" r:id="rId5"/>
    <p:sldLayoutId id="2147484211" r:id="rId6"/>
    <p:sldLayoutId id="2147484217" r:id="rId7"/>
    <p:sldLayoutId id="2147484212" r:id="rId8"/>
    <p:sldLayoutId id="2147484213" r:id="rId9"/>
    <p:sldLayoutId id="2147484214" r:id="rId10"/>
    <p:sldLayoutId id="2147484215" r:id="rId11"/>
    <p:sldLayoutId id="2147484216" r:id="rId12"/>
  </p:sldLayoutIdLst>
  <p:txStyles>
    <p:titleStyle>
      <a:lvl1pPr algn="l" defTabSz="914400" rtl="0" eaLnBrk="1" latinLnBrk="0" hangingPunct="1">
        <a:lnSpc>
          <a:spcPct val="110000"/>
        </a:lnSpc>
        <a:spcBef>
          <a:spcPct val="0"/>
        </a:spcBef>
        <a:buNone/>
        <a:defRPr sz="3200" kern="1200" cap="none" baseline="0">
          <a:solidFill>
            <a:schemeClr val="tx2"/>
          </a:solidFill>
          <a:latin typeface="+mj-lt"/>
          <a:ea typeface="+mj-ea"/>
          <a:cs typeface="+mj-cs"/>
        </a:defRPr>
      </a:lvl1pPr>
    </p:titleStyle>
    <p:bodyStyle>
      <a:lvl1pPr marL="0" indent="0" algn="l" defTabSz="914400" rtl="0" eaLnBrk="1" latinLnBrk="0" hangingPunct="1">
        <a:lnSpc>
          <a:spcPct val="110000"/>
        </a:lnSpc>
        <a:spcBef>
          <a:spcPts val="1000"/>
        </a:spcBef>
        <a:buFontTx/>
        <a:buNone/>
        <a:defRPr sz="2000" kern="1200">
          <a:solidFill>
            <a:schemeClr val="tx2"/>
          </a:solidFill>
          <a:latin typeface="+mn-lt"/>
          <a:ea typeface="+mn-ea"/>
          <a:cs typeface="+mn-cs"/>
        </a:defRPr>
      </a:lvl1pPr>
      <a:lvl2pPr marL="274320" indent="-228600" algn="l" defTabSz="914400" rtl="0" eaLnBrk="1" latinLnBrk="0" hangingPunct="1">
        <a:lnSpc>
          <a:spcPct val="110000"/>
        </a:lnSpc>
        <a:spcBef>
          <a:spcPts val="500"/>
        </a:spcBef>
        <a:buSzPct val="85000"/>
        <a:buFont typeface="Arial" panose="020B0604020202020204" pitchFamily="34" charset="0"/>
        <a:buChar char="•"/>
        <a:defRPr sz="1800" kern="1200">
          <a:solidFill>
            <a:schemeClr val="tx2"/>
          </a:solidFill>
          <a:latin typeface="+mn-lt"/>
          <a:ea typeface="+mn-ea"/>
          <a:cs typeface="+mn-cs"/>
        </a:defRPr>
      </a:lvl2pPr>
      <a:lvl3pPr marL="274320" indent="0" algn="l" defTabSz="914400" rtl="0" eaLnBrk="1" latinLnBrk="0" hangingPunct="1">
        <a:lnSpc>
          <a:spcPct val="110000"/>
        </a:lnSpc>
        <a:spcBef>
          <a:spcPts val="500"/>
        </a:spcBef>
        <a:buFontTx/>
        <a:buNone/>
        <a:defRPr sz="1600" kern="1200">
          <a:solidFill>
            <a:schemeClr val="tx2"/>
          </a:solidFill>
          <a:latin typeface="+mn-lt"/>
          <a:ea typeface="+mn-ea"/>
          <a:cs typeface="+mn-cs"/>
        </a:defRPr>
      </a:lvl3pPr>
      <a:lvl4pPr marL="548640" indent="-228600" algn="l" defTabSz="914400" rtl="0" eaLnBrk="1" latinLnBrk="0" hangingPunct="1">
        <a:lnSpc>
          <a:spcPct val="110000"/>
        </a:lnSpc>
        <a:spcBef>
          <a:spcPts val="500"/>
        </a:spcBef>
        <a:buFont typeface="Arial" panose="020B0604020202020204" pitchFamily="34" charset="0"/>
        <a:buChar char="•"/>
        <a:defRPr sz="1400" kern="1200">
          <a:solidFill>
            <a:schemeClr val="tx2"/>
          </a:solidFill>
          <a:latin typeface="+mn-lt"/>
          <a:ea typeface="+mn-ea"/>
          <a:cs typeface="+mn-cs"/>
        </a:defRPr>
      </a:lvl4pPr>
      <a:lvl5pPr marL="548640" indent="0" algn="l" defTabSz="914400" rtl="0" eaLnBrk="1" latinLnBrk="0" hangingPunct="1">
        <a:lnSpc>
          <a:spcPct val="110000"/>
        </a:lnSpc>
        <a:spcBef>
          <a:spcPts val="500"/>
        </a:spcBef>
        <a:buFontTx/>
        <a:buNone/>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D3B3C7E-BC2D-4436-8B03-AC421FA667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0920" y="157606"/>
            <a:ext cx="11870161" cy="65427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79B5D0C1-066E-4C02-A6B8-59FAE4A197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662258" y="4240546"/>
            <a:ext cx="867485" cy="115439"/>
            <a:chOff x="8910933" y="1861308"/>
            <a:chExt cx="867485" cy="115439"/>
          </a:xfrm>
        </p:grpSpPr>
        <p:sp>
          <p:nvSpPr>
            <p:cNvPr id="12" name="Rectangle 11">
              <a:extLst>
                <a:ext uri="{FF2B5EF4-FFF2-40B4-BE49-F238E27FC236}">
                  <a16:creationId xmlns:a16="http://schemas.microsoft.com/office/drawing/2014/main" id="{D4386904-AFDC-449E-8D1B-906B305EBD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ffectLst>
                  <a:outerShdw blurRad="38100" dist="38100" dir="2700000" algn="tl">
                    <a:srgbClr val="000000">
                      <a:alpha val="43137"/>
                    </a:srgbClr>
                  </a:outerShdw>
                </a:effectLst>
              </a:endParaRPr>
            </a:p>
          </p:txBody>
        </p:sp>
        <p:cxnSp>
          <p:nvCxnSpPr>
            <p:cNvPr id="13" name="Straight Connector 12">
              <a:extLst>
                <a:ext uri="{FF2B5EF4-FFF2-40B4-BE49-F238E27FC236}">
                  <a16:creationId xmlns:a16="http://schemas.microsoft.com/office/drawing/2014/main" id="{F70778F2-11E8-428C-8324-479CA9D6FE9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A0BE89E-CB2D-48BA-A8D2-533FAAAA725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6" name="Rectangle 15">
            <a:extLst>
              <a:ext uri="{FF2B5EF4-FFF2-40B4-BE49-F238E27FC236}">
                <a16:creationId xmlns:a16="http://schemas.microsoft.com/office/drawing/2014/main" id="{DF0CAD46-2E46-44EB-A063-C05881768C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DF520923-182A-9E97-A7C0-94C7F45CBC57}"/>
              </a:ext>
            </a:extLst>
          </p:cNvPr>
          <p:cNvPicPr>
            <a:picLocks noChangeAspect="1"/>
          </p:cNvPicPr>
          <p:nvPr/>
        </p:nvPicPr>
        <p:blipFill>
          <a:blip r:embed="rId2"/>
          <a:srcRect t="23986"/>
          <a:stretch>
            <a:fillRect/>
          </a:stretch>
        </p:blipFill>
        <p:spPr>
          <a:xfrm>
            <a:off x="20" y="10"/>
            <a:ext cx="12191980" cy="6857989"/>
          </a:xfrm>
          <a:prstGeom prst="rect">
            <a:avLst/>
          </a:prstGeom>
        </p:spPr>
      </p:pic>
      <p:sp>
        <p:nvSpPr>
          <p:cNvPr id="18" name="Rectangle 17">
            <a:extLst>
              <a:ext uri="{FF2B5EF4-FFF2-40B4-BE49-F238E27FC236}">
                <a16:creationId xmlns:a16="http://schemas.microsoft.com/office/drawing/2014/main" id="{DE8A7E9B-3161-4AE7-B85C-EE3D7786D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8700" y="1028700"/>
            <a:ext cx="10134600" cy="4800600"/>
          </a:xfrm>
          <a:prstGeom prst="rect">
            <a:avLst/>
          </a:prstGeom>
          <a:solidFill>
            <a:schemeClr val="bg2">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3E074868-3F5C-0868-7336-8451282D81D5}"/>
              </a:ext>
            </a:extLst>
          </p:cNvPr>
          <p:cNvSpPr/>
          <p:nvPr/>
        </p:nvSpPr>
        <p:spPr>
          <a:xfrm>
            <a:off x="1028700" y="1028700"/>
            <a:ext cx="10134600" cy="4800600"/>
          </a:xfrm>
          <a:prstGeom prst="rect">
            <a:avLst/>
          </a:prstGeom>
          <a:solidFill>
            <a:schemeClr val="accent1">
              <a:lumMod val="20000"/>
              <a:lumOff val="80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FF10D0D2-C940-EDF9-6C7E-D11949976E06}"/>
              </a:ext>
            </a:extLst>
          </p:cNvPr>
          <p:cNvSpPr>
            <a:spLocks noGrp="1"/>
          </p:cNvSpPr>
          <p:nvPr>
            <p:ph type="ctrTitle"/>
          </p:nvPr>
        </p:nvSpPr>
        <p:spPr>
          <a:xfrm>
            <a:off x="1556628" y="1558356"/>
            <a:ext cx="9241971" cy="2174791"/>
          </a:xfrm>
        </p:spPr>
        <p:txBody>
          <a:bodyPr vert="horz" lIns="91440" tIns="45720" rIns="91440" bIns="45720" rtlCol="0" anchor="b">
            <a:normAutofit fontScale="90000"/>
          </a:bodyPr>
          <a:lstStyle/>
          <a:p>
            <a:pPr algn="ctr"/>
            <a:br>
              <a:rPr lang="en-IN" dirty="0"/>
            </a:br>
            <a:r>
              <a:rPr lang="en-US" dirty="0"/>
              <a:t> Developing an Autonomous Agent Framework </a:t>
            </a:r>
            <a:br>
              <a:rPr lang="en-IN" dirty="0"/>
            </a:br>
            <a:r>
              <a:rPr lang="en-US" dirty="0"/>
              <a:t> </a:t>
            </a:r>
            <a:r>
              <a:rPr lang="en-US" sz="2700" dirty="0"/>
              <a:t>Integrating LLM-based Reasoning with RL for Task Execution </a:t>
            </a:r>
            <a:endParaRPr lang="en-US" sz="2800" kern="1200" cap="all" spc="390" baseline="0" dirty="0">
              <a:solidFill>
                <a:schemeClr val="tx2"/>
              </a:solidFill>
              <a:latin typeface="+mj-lt"/>
              <a:ea typeface="+mj-ea"/>
              <a:cs typeface="+mj-cs"/>
            </a:endParaRPr>
          </a:p>
        </p:txBody>
      </p:sp>
      <p:sp>
        <p:nvSpPr>
          <p:cNvPr id="3" name="Subtitle 2">
            <a:extLst>
              <a:ext uri="{FF2B5EF4-FFF2-40B4-BE49-F238E27FC236}">
                <a16:creationId xmlns:a16="http://schemas.microsoft.com/office/drawing/2014/main" id="{373252EB-8EF3-AD77-74FD-9F795F2DEA62}"/>
              </a:ext>
            </a:extLst>
          </p:cNvPr>
          <p:cNvSpPr>
            <a:spLocks noGrp="1"/>
          </p:cNvSpPr>
          <p:nvPr>
            <p:ph type="subTitle" idx="1"/>
          </p:nvPr>
        </p:nvSpPr>
        <p:spPr>
          <a:xfrm>
            <a:off x="2079171" y="4424305"/>
            <a:ext cx="4287345" cy="972222"/>
          </a:xfrm>
        </p:spPr>
        <p:txBody>
          <a:bodyPr vert="horz" lIns="91440" tIns="45720" rIns="91440" bIns="45720" rtlCol="0">
            <a:normAutofit fontScale="55000" lnSpcReduction="20000"/>
          </a:bodyPr>
          <a:lstStyle/>
          <a:p>
            <a:r>
              <a:rPr lang="en-US" sz="3600" dirty="0"/>
              <a:t>Sidharth Ganesan (</a:t>
            </a:r>
            <a:r>
              <a:rPr lang="en-IN" sz="3600" dirty="0"/>
              <a:t>250739055)</a:t>
            </a:r>
            <a:endParaRPr lang="en-IN" dirty="0"/>
          </a:p>
          <a:p>
            <a:r>
              <a:rPr lang="en-US" sz="3600" dirty="0"/>
              <a:t>MSc FT Advanced Computer Science </a:t>
            </a:r>
          </a:p>
        </p:txBody>
      </p:sp>
      <p:grpSp>
        <p:nvGrpSpPr>
          <p:cNvPr id="20" name="Group 19">
            <a:extLst>
              <a:ext uri="{FF2B5EF4-FFF2-40B4-BE49-F238E27FC236}">
                <a16:creationId xmlns:a16="http://schemas.microsoft.com/office/drawing/2014/main" id="{C3E45FAB-3768-4529-B0E8-A0E9BE5E38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662258" y="3891005"/>
            <a:ext cx="867485" cy="115439"/>
            <a:chOff x="8910933" y="1861308"/>
            <a:chExt cx="867485" cy="115439"/>
          </a:xfrm>
        </p:grpSpPr>
        <p:sp>
          <p:nvSpPr>
            <p:cNvPr id="21" name="Rectangle 20">
              <a:extLst>
                <a:ext uri="{FF2B5EF4-FFF2-40B4-BE49-F238E27FC236}">
                  <a16:creationId xmlns:a16="http://schemas.microsoft.com/office/drawing/2014/main" id="{6FF68CFF-0675-43D9-8EF2-EAC1F19D24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ffectLst>
                  <a:outerShdw blurRad="38100" dist="38100" dir="2700000" algn="tl">
                    <a:srgbClr val="000000">
                      <a:alpha val="43137"/>
                    </a:srgbClr>
                  </a:outerShdw>
                </a:effectLst>
              </a:endParaRPr>
            </a:p>
          </p:txBody>
        </p:sp>
        <p:cxnSp>
          <p:nvCxnSpPr>
            <p:cNvPr id="22" name="Straight Connector 21">
              <a:extLst>
                <a:ext uri="{FF2B5EF4-FFF2-40B4-BE49-F238E27FC236}">
                  <a16:creationId xmlns:a16="http://schemas.microsoft.com/office/drawing/2014/main" id="{E1414FA8-D7DF-4B14-AD83-846AB2899B3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38B88A0-A01D-4106-8E09-1AEB09B04EC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6" name="Subtitle 2">
            <a:extLst>
              <a:ext uri="{FF2B5EF4-FFF2-40B4-BE49-F238E27FC236}">
                <a16:creationId xmlns:a16="http://schemas.microsoft.com/office/drawing/2014/main" id="{3D4476BE-148C-363A-BE48-0850B3736B14}"/>
              </a:ext>
            </a:extLst>
          </p:cNvPr>
          <p:cNvSpPr txBox="1">
            <a:spLocks/>
          </p:cNvSpPr>
          <p:nvPr/>
        </p:nvSpPr>
        <p:spPr>
          <a:xfrm>
            <a:off x="6527416" y="4424305"/>
            <a:ext cx="3721287" cy="972222"/>
          </a:xfrm>
          <a:prstGeom prst="rect">
            <a:avLst/>
          </a:prstGeom>
        </p:spPr>
        <p:txBody>
          <a:bodyPr vert="horz" lIns="91440" tIns="45720" rIns="91440" bIns="45720" rtlCol="0">
            <a:normAutofit/>
          </a:bodyPr>
          <a:lstStyle>
            <a:lvl1pPr marL="0" indent="0" algn="l" defTabSz="914400" rtl="0" eaLnBrk="1" latinLnBrk="0" hangingPunct="1">
              <a:lnSpc>
                <a:spcPct val="110000"/>
              </a:lnSpc>
              <a:spcBef>
                <a:spcPts val="1000"/>
              </a:spcBef>
              <a:buFontTx/>
              <a:buNone/>
              <a:defRPr lang="en-US" sz="1600" kern="1200" dirty="0">
                <a:solidFill>
                  <a:schemeClr val="tx2"/>
                </a:solidFill>
                <a:latin typeface="+mn-lt"/>
                <a:ea typeface="+mn-ea"/>
                <a:cs typeface="+mn-cs"/>
              </a:defRPr>
            </a:lvl1pPr>
            <a:lvl2pPr marL="274320" indent="-228600" algn="l" defTabSz="914400" rtl="0" eaLnBrk="1" latinLnBrk="0" hangingPunct="1">
              <a:lnSpc>
                <a:spcPct val="110000"/>
              </a:lnSpc>
              <a:spcBef>
                <a:spcPts val="500"/>
              </a:spcBef>
              <a:buSzPct val="85000"/>
              <a:buFont typeface="Arial" panose="020B0604020202020204" pitchFamily="34" charset="0"/>
              <a:buChar char="•"/>
              <a:defRPr sz="1800" kern="1200">
                <a:solidFill>
                  <a:schemeClr val="tx2"/>
                </a:solidFill>
                <a:latin typeface="+mn-lt"/>
                <a:ea typeface="+mn-ea"/>
                <a:cs typeface="+mn-cs"/>
              </a:defRPr>
            </a:lvl2pPr>
            <a:lvl3pPr marL="274320" indent="0" algn="l" defTabSz="914400" rtl="0" eaLnBrk="1" latinLnBrk="0" hangingPunct="1">
              <a:lnSpc>
                <a:spcPct val="110000"/>
              </a:lnSpc>
              <a:spcBef>
                <a:spcPts val="500"/>
              </a:spcBef>
              <a:buFontTx/>
              <a:buNone/>
              <a:defRPr sz="1600" kern="1200">
                <a:solidFill>
                  <a:schemeClr val="tx2"/>
                </a:solidFill>
                <a:latin typeface="+mn-lt"/>
                <a:ea typeface="+mn-ea"/>
                <a:cs typeface="+mn-cs"/>
              </a:defRPr>
            </a:lvl3pPr>
            <a:lvl4pPr marL="548640" indent="-228600" algn="l" defTabSz="914400" rtl="0" eaLnBrk="1" latinLnBrk="0" hangingPunct="1">
              <a:lnSpc>
                <a:spcPct val="110000"/>
              </a:lnSpc>
              <a:spcBef>
                <a:spcPts val="500"/>
              </a:spcBef>
              <a:buFont typeface="Arial" panose="020B0604020202020204" pitchFamily="34" charset="0"/>
              <a:buChar char="•"/>
              <a:defRPr sz="1400" kern="1200">
                <a:solidFill>
                  <a:schemeClr val="tx2"/>
                </a:solidFill>
                <a:latin typeface="+mn-lt"/>
                <a:ea typeface="+mn-ea"/>
                <a:cs typeface="+mn-cs"/>
              </a:defRPr>
            </a:lvl4pPr>
            <a:lvl5pPr marL="548640" indent="0" algn="l" defTabSz="914400" rtl="0" eaLnBrk="1" latinLnBrk="0" hangingPunct="1">
              <a:lnSpc>
                <a:spcPct val="110000"/>
              </a:lnSpc>
              <a:spcBef>
                <a:spcPts val="500"/>
              </a:spcBef>
              <a:buFontTx/>
              <a:buNone/>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90000"/>
              </a:lnSpc>
            </a:pPr>
            <a:r>
              <a:rPr lang="en-US" sz="2000" dirty="0"/>
              <a:t>Supervisor Name: </a:t>
            </a:r>
            <a:endParaRPr lang="en-IN" sz="2000" dirty="0"/>
          </a:p>
          <a:p>
            <a:pPr>
              <a:lnSpc>
                <a:spcPct val="90000"/>
              </a:lnSpc>
            </a:pPr>
            <a:r>
              <a:rPr lang="en-IN" sz="2000" dirty="0"/>
              <a:t>Prof.  Arumugam Nallanathan </a:t>
            </a:r>
            <a:r>
              <a:rPr lang="en-US" sz="2000" dirty="0"/>
              <a:t> </a:t>
            </a:r>
          </a:p>
        </p:txBody>
      </p:sp>
    </p:spTree>
    <p:extLst>
      <p:ext uri="{BB962C8B-B14F-4D97-AF65-F5344CB8AC3E}">
        <p14:creationId xmlns:p14="http://schemas.microsoft.com/office/powerpoint/2010/main" val="1311845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2" name="Rectangle 61">
            <a:extLst>
              <a:ext uri="{FF2B5EF4-FFF2-40B4-BE49-F238E27FC236}">
                <a16:creationId xmlns:a16="http://schemas.microsoft.com/office/drawing/2014/main" id="{C07271E9-21F4-400B-84B6-052EAFCFE5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3E3D78ED-34B7-4F8E-8377-994DCAD3C8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69648"/>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EA1A30E3-92B6-218D-0466-538D9F724EBC}"/>
              </a:ext>
            </a:extLst>
          </p:cNvPr>
          <p:cNvSpPr>
            <a:spLocks noGrp="1"/>
          </p:cNvSpPr>
          <p:nvPr>
            <p:ph type="title"/>
          </p:nvPr>
        </p:nvSpPr>
        <p:spPr>
          <a:xfrm>
            <a:off x="1736785" y="723900"/>
            <a:ext cx="8718430" cy="1288489"/>
          </a:xfrm>
          <a:effectLst>
            <a:outerShdw blurRad="50800" dist="12700" dir="2700000" algn="tl" rotWithShape="0">
              <a:prstClr val="black">
                <a:alpha val="40000"/>
              </a:prstClr>
            </a:outerShdw>
          </a:effectLst>
        </p:spPr>
        <p:txBody>
          <a:bodyPr>
            <a:normAutofit/>
          </a:bodyPr>
          <a:lstStyle/>
          <a:p>
            <a:pPr algn="ctr"/>
            <a:r>
              <a:rPr lang="en-IN">
                <a:solidFill>
                  <a:schemeClr val="tx1"/>
                </a:solidFill>
              </a:rPr>
              <a:t>Agenda</a:t>
            </a:r>
          </a:p>
        </p:txBody>
      </p:sp>
      <p:grpSp>
        <p:nvGrpSpPr>
          <p:cNvPr id="66" name="Group 65">
            <a:extLst>
              <a:ext uri="{FF2B5EF4-FFF2-40B4-BE49-F238E27FC236}">
                <a16:creationId xmlns:a16="http://schemas.microsoft.com/office/drawing/2014/main" id="{A1527245-C5C2-4BD3-8317-C4D6D7A102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662258" y="5849932"/>
            <a:ext cx="867485" cy="115439"/>
            <a:chOff x="8910933" y="1861308"/>
            <a:chExt cx="867485" cy="115439"/>
          </a:xfrm>
        </p:grpSpPr>
        <p:sp>
          <p:nvSpPr>
            <p:cNvPr id="67" name="Rectangle 66">
              <a:extLst>
                <a:ext uri="{FF2B5EF4-FFF2-40B4-BE49-F238E27FC236}">
                  <a16:creationId xmlns:a16="http://schemas.microsoft.com/office/drawing/2014/main" id="{E03BA463-C04F-4127-9100-1F376E519B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8964825" flipH="1">
              <a:off x="9286956" y="1861308"/>
              <a:ext cx="115439" cy="115439"/>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ffectLst>
                  <a:outerShdw blurRad="38100" dist="38100" dir="2700000" algn="tl">
                    <a:srgbClr val="000000">
                      <a:alpha val="43137"/>
                    </a:srgbClr>
                  </a:outerShdw>
                </a:effectLst>
              </a:endParaRPr>
            </a:p>
          </p:txBody>
        </p:sp>
        <p:cxnSp>
          <p:nvCxnSpPr>
            <p:cNvPr id="68" name="Straight Connector 67">
              <a:extLst>
                <a:ext uri="{FF2B5EF4-FFF2-40B4-BE49-F238E27FC236}">
                  <a16:creationId xmlns:a16="http://schemas.microsoft.com/office/drawing/2014/main" id="{01FD6DA6-F7BC-4426-8465-928C4EC4A4C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426289" y="1919027"/>
              <a:ext cx="3521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49A28AE3-3C29-44E4-80A5-C2937F8E7AA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8910933" y="1919027"/>
              <a:ext cx="3521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graphicFrame>
        <p:nvGraphicFramePr>
          <p:cNvPr id="57" name="Content Placeholder 5">
            <a:extLst>
              <a:ext uri="{FF2B5EF4-FFF2-40B4-BE49-F238E27FC236}">
                <a16:creationId xmlns:a16="http://schemas.microsoft.com/office/drawing/2014/main" id="{E142709C-0F02-820E-9A25-7D422E0ACD48}"/>
              </a:ext>
            </a:extLst>
          </p:cNvPr>
          <p:cNvGraphicFramePr>
            <a:graphicFrameLocks noGrp="1"/>
          </p:cNvGraphicFramePr>
          <p:nvPr>
            <p:ph idx="1"/>
            <p:extLst>
              <p:ext uri="{D42A27DB-BD31-4B8C-83A1-F6EECF244321}">
                <p14:modId xmlns:p14="http://schemas.microsoft.com/office/powerpoint/2010/main" val="1800299636"/>
              </p:ext>
            </p:extLst>
          </p:nvPr>
        </p:nvGraphicFramePr>
        <p:xfrm>
          <a:off x="2701962" y="2161903"/>
          <a:ext cx="6788076" cy="34165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30300947"/>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97F34F9-F7CE-4D62-8F8B-2E98B03947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1AEC8AF-1896-43A9-BF10-CE06FD2544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E199BD9-A6EE-4972-BFB5-2AAE28288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0919" y="157606"/>
            <a:ext cx="11870161" cy="65427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E0EBDC4-33D9-2E94-F398-C815DA043E30}"/>
              </a:ext>
            </a:extLst>
          </p:cNvPr>
          <p:cNvSpPr>
            <a:spLocks noGrp="1"/>
          </p:cNvSpPr>
          <p:nvPr>
            <p:ph type="title"/>
          </p:nvPr>
        </p:nvSpPr>
        <p:spPr>
          <a:xfrm>
            <a:off x="1324533" y="1066798"/>
            <a:ext cx="3301255" cy="2668172"/>
          </a:xfrm>
        </p:spPr>
        <p:txBody>
          <a:bodyPr anchor="b">
            <a:normAutofit/>
          </a:bodyPr>
          <a:lstStyle/>
          <a:p>
            <a:pPr algn="ctr"/>
            <a:r>
              <a:rPr lang="en-IN" sz="2700"/>
              <a:t>INTRODUCTION</a:t>
            </a:r>
          </a:p>
        </p:txBody>
      </p:sp>
      <p:sp>
        <p:nvSpPr>
          <p:cNvPr id="3" name="Content Placeholder 2">
            <a:extLst>
              <a:ext uri="{FF2B5EF4-FFF2-40B4-BE49-F238E27FC236}">
                <a16:creationId xmlns:a16="http://schemas.microsoft.com/office/drawing/2014/main" id="{8F038179-9FC9-C07D-C7F4-F87E354007A2}"/>
              </a:ext>
            </a:extLst>
          </p:cNvPr>
          <p:cNvSpPr>
            <a:spLocks noGrp="1"/>
          </p:cNvSpPr>
          <p:nvPr>
            <p:ph idx="1"/>
          </p:nvPr>
        </p:nvSpPr>
        <p:spPr>
          <a:xfrm>
            <a:off x="5952974" y="1066799"/>
            <a:ext cx="5172227" cy="4696495"/>
          </a:xfrm>
        </p:spPr>
        <p:txBody>
          <a:bodyPr anchor="ctr">
            <a:normAutofit/>
          </a:bodyPr>
          <a:lstStyle/>
          <a:p>
            <a:pPr marL="342900" indent="-342900">
              <a:lnSpc>
                <a:spcPct val="100000"/>
              </a:lnSpc>
              <a:buFont typeface="Arial" panose="020B0604020202020204" pitchFamily="34" charset="0"/>
              <a:buChar char="•"/>
            </a:pPr>
            <a:r>
              <a:rPr lang="en-IN" sz="1600">
                <a:latin typeface="Times New Roman" panose="02020603050405020304" pitchFamily="18" charset="0"/>
                <a:cs typeface="Times New Roman" panose="02020603050405020304" pitchFamily="18" charset="0"/>
              </a:rPr>
              <a:t>Autonomous agents require both reasoning and reliable task execution</a:t>
            </a:r>
          </a:p>
          <a:p>
            <a:pPr marL="342900" lvl="0" indent="-342900">
              <a:lnSpc>
                <a:spcPct val="100000"/>
              </a:lnSpc>
              <a:buFont typeface="Arial" panose="020B0604020202020204" pitchFamily="34" charset="0"/>
              <a:buChar char="•"/>
            </a:pPr>
            <a:r>
              <a:rPr lang="en-IN" sz="1600" b="1">
                <a:latin typeface="Times New Roman" panose="02020603050405020304" pitchFamily="18" charset="0"/>
                <a:cs typeface="Times New Roman" panose="02020603050405020304" pitchFamily="18" charset="0"/>
              </a:rPr>
              <a:t>LLMs provide strong high-level reasoning and planning</a:t>
            </a:r>
            <a:r>
              <a:rPr lang="en-IN" sz="1600">
                <a:latin typeface="Times New Roman" panose="02020603050405020304" pitchFamily="18" charset="0"/>
                <a:cs typeface="Times New Roman" panose="02020603050405020304" pitchFamily="18" charset="0"/>
              </a:rPr>
              <a:t>, but can struggle to ground decisions in environment constraints and action consequences </a:t>
            </a:r>
          </a:p>
          <a:p>
            <a:pPr marL="342900" lvl="0" indent="-342900">
              <a:lnSpc>
                <a:spcPct val="100000"/>
              </a:lnSpc>
              <a:buFont typeface="Arial" panose="020B0604020202020204" pitchFamily="34" charset="0"/>
              <a:buChar char="•"/>
            </a:pPr>
            <a:r>
              <a:rPr lang="en-IN" sz="1600" b="1">
                <a:latin typeface="Times New Roman" panose="02020603050405020304" pitchFamily="18" charset="0"/>
                <a:cs typeface="Times New Roman" panose="02020603050405020304" pitchFamily="18" charset="0"/>
              </a:rPr>
              <a:t>Reinforcement Learning learns from environment feedback and consequences</a:t>
            </a:r>
            <a:r>
              <a:rPr lang="en-IN" sz="1600">
                <a:latin typeface="Times New Roman" panose="02020603050405020304" pitchFamily="18" charset="0"/>
                <a:cs typeface="Times New Roman" panose="02020603050405020304" pitchFamily="18" charset="0"/>
              </a:rPr>
              <a:t>, but can require substantial exploration to learn effective sequential behaviour </a:t>
            </a:r>
          </a:p>
          <a:p>
            <a:pPr marL="342900" lvl="0" indent="-342900">
              <a:lnSpc>
                <a:spcPct val="100000"/>
              </a:lnSpc>
              <a:buFont typeface="Arial" panose="020B0604020202020204" pitchFamily="34" charset="0"/>
              <a:buChar char="•"/>
            </a:pPr>
            <a:r>
              <a:rPr lang="en-IN" sz="1600" b="1">
                <a:latin typeface="Times New Roman" panose="02020603050405020304" pitchFamily="18" charset="0"/>
                <a:cs typeface="Times New Roman" panose="02020603050405020304" pitchFamily="18" charset="0"/>
              </a:rPr>
              <a:t>This project investigates combining LLM procedural reasoning with PPO-based Reinforcement Learning</a:t>
            </a:r>
            <a:r>
              <a:rPr lang="en-IN" sz="1600">
                <a:latin typeface="Times New Roman" panose="02020603050405020304" pitchFamily="18" charset="0"/>
                <a:cs typeface="Times New Roman" panose="02020603050405020304" pitchFamily="18" charset="0"/>
              </a:rPr>
              <a:t> </a:t>
            </a:r>
          </a:p>
          <a:p>
            <a:pPr marL="342900" lvl="0" indent="-342900">
              <a:lnSpc>
                <a:spcPct val="100000"/>
              </a:lnSpc>
              <a:buFont typeface="Arial" panose="020B0604020202020204" pitchFamily="34" charset="0"/>
              <a:buChar char="•"/>
            </a:pPr>
            <a:r>
              <a:rPr lang="en-IN" sz="1600" b="1">
                <a:latin typeface="Times New Roman" panose="02020603050405020304" pitchFamily="18" charset="0"/>
                <a:cs typeface="Times New Roman" panose="02020603050405020304" pitchFamily="18" charset="0"/>
              </a:rPr>
              <a:t>Application domain:</a:t>
            </a:r>
            <a:r>
              <a:rPr lang="en-IN" sz="1600">
                <a:latin typeface="Times New Roman" panose="02020603050405020304" pitchFamily="18" charset="0"/>
                <a:cs typeface="Times New Roman" panose="02020603050405020304" pitchFamily="18" charset="0"/>
              </a:rPr>
              <a:t> a controlled finance sandbox involving invoice validation, approval, budget checking and payment workflows </a:t>
            </a:r>
          </a:p>
          <a:p>
            <a:pPr marL="342900" lvl="0" indent="-342900">
              <a:lnSpc>
                <a:spcPct val="100000"/>
              </a:lnSpc>
              <a:buFont typeface="Arial" panose="020B0604020202020204" pitchFamily="34" charset="0"/>
              <a:buChar char="•"/>
            </a:pPr>
            <a:r>
              <a:rPr lang="en-IN" sz="1600" b="1">
                <a:latin typeface="Times New Roman" panose="02020603050405020304" pitchFamily="18" charset="0"/>
                <a:cs typeface="Times New Roman" panose="02020603050405020304" pitchFamily="18" charset="0"/>
              </a:rPr>
              <a:t>Research objective:</a:t>
            </a:r>
            <a:r>
              <a:rPr lang="en-IN" sz="1600">
                <a:latin typeface="Times New Roman" panose="02020603050405020304" pitchFamily="18" charset="0"/>
                <a:cs typeface="Times New Roman" panose="02020603050405020304" pitchFamily="18" charset="0"/>
              </a:rPr>
              <a:t> determine whether LLM-generated procedural guidance can improve the learning and execution behaviour of PPO agents</a:t>
            </a:r>
          </a:p>
          <a:p>
            <a:pPr marL="342900" indent="-342900">
              <a:lnSpc>
                <a:spcPct val="100000"/>
              </a:lnSpc>
              <a:buFont typeface="Arial" panose="020B0604020202020204" pitchFamily="34" charset="0"/>
              <a:buChar char="•"/>
            </a:pPr>
            <a:endParaRPr lang="en-IN" sz="1600"/>
          </a:p>
        </p:txBody>
      </p:sp>
      <p:grpSp>
        <p:nvGrpSpPr>
          <p:cNvPr id="14" name="Group 13">
            <a:extLst>
              <a:ext uri="{FF2B5EF4-FFF2-40B4-BE49-F238E27FC236}">
                <a16:creationId xmlns:a16="http://schemas.microsoft.com/office/drawing/2014/main" id="{1148C992-36DE-4449-B92D-49AE04B5DE2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541417" y="4244117"/>
            <a:ext cx="867485" cy="115439"/>
            <a:chOff x="8910933" y="1861308"/>
            <a:chExt cx="867485" cy="115439"/>
          </a:xfrm>
        </p:grpSpPr>
        <p:sp>
          <p:nvSpPr>
            <p:cNvPr id="15" name="Rectangle 14">
              <a:extLst>
                <a:ext uri="{FF2B5EF4-FFF2-40B4-BE49-F238E27FC236}">
                  <a16:creationId xmlns:a16="http://schemas.microsoft.com/office/drawing/2014/main" id="{D765B2C1-DF41-437F-9F2D-C33E46FA26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B6AA37ED-ED19-4857-9B2C-777E8F707C6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C45F6E87-86FB-440C-9EB4-A48D11C72CF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9127576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D97F34F9-F7CE-4D62-8F8B-2E98B03947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51AEC8AF-1896-43A9-BF10-CE06FD2544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1E199BD9-A6EE-4972-BFB5-2AAE28288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0919" y="157606"/>
            <a:ext cx="11870161" cy="65427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2F5DA1-9EA3-02D5-6503-15C1AA7D7A3B}"/>
              </a:ext>
            </a:extLst>
          </p:cNvPr>
          <p:cNvSpPr>
            <a:spLocks noGrp="1"/>
          </p:cNvSpPr>
          <p:nvPr>
            <p:ph type="title"/>
          </p:nvPr>
        </p:nvSpPr>
        <p:spPr>
          <a:xfrm>
            <a:off x="1324533" y="1066798"/>
            <a:ext cx="3301255" cy="2668172"/>
          </a:xfrm>
        </p:spPr>
        <p:txBody>
          <a:bodyPr anchor="b">
            <a:normAutofit/>
          </a:bodyPr>
          <a:lstStyle/>
          <a:p>
            <a:pPr algn="ctr"/>
            <a:r>
              <a:rPr lang="en-IN"/>
              <a:t>LITERATURE</a:t>
            </a:r>
          </a:p>
        </p:txBody>
      </p:sp>
      <p:sp>
        <p:nvSpPr>
          <p:cNvPr id="31" name="Content Placeholder 2">
            <a:extLst>
              <a:ext uri="{FF2B5EF4-FFF2-40B4-BE49-F238E27FC236}">
                <a16:creationId xmlns:a16="http://schemas.microsoft.com/office/drawing/2014/main" id="{9E81D62E-7621-AB27-0507-E74AFE4CFB14}"/>
              </a:ext>
            </a:extLst>
          </p:cNvPr>
          <p:cNvSpPr>
            <a:spLocks noGrp="1"/>
          </p:cNvSpPr>
          <p:nvPr>
            <p:ph idx="1"/>
          </p:nvPr>
        </p:nvSpPr>
        <p:spPr>
          <a:xfrm>
            <a:off x="5952974" y="1066799"/>
            <a:ext cx="5172227" cy="4696495"/>
          </a:xfrm>
        </p:spPr>
        <p:txBody>
          <a:bodyPr anchor="ctr">
            <a:normAutofit/>
          </a:bodyPr>
          <a:lstStyle/>
          <a:p>
            <a:pPr marL="342900" lvl="0" indent="-342900">
              <a:lnSpc>
                <a:spcPct val="100000"/>
              </a:lnSpc>
              <a:buFont typeface="Arial" panose="020B0604020202020204" pitchFamily="34" charset="0"/>
              <a:buChar char="•"/>
            </a:pPr>
            <a:r>
              <a:rPr lang="en-IN" sz="1700" b="1" dirty="0">
                <a:latin typeface="Times New Roman" panose="02020603050405020304" pitchFamily="18" charset="0"/>
                <a:cs typeface="Times New Roman" panose="02020603050405020304" pitchFamily="18" charset="0"/>
              </a:rPr>
              <a:t>Proximal Policy Optimization Algorithms</a:t>
            </a:r>
            <a:r>
              <a:rPr lang="en-IN" sz="1700" dirty="0">
                <a:latin typeface="Times New Roman" panose="02020603050405020304" pitchFamily="18" charset="0"/>
                <a:cs typeface="Times New Roman" panose="02020603050405020304" pitchFamily="18" charset="0"/>
              </a:rPr>
              <a:t> by Schulman et al., </a:t>
            </a:r>
            <a:r>
              <a:rPr lang="en-IN" sz="1700" b="1" dirty="0">
                <a:latin typeface="Times New Roman" panose="02020603050405020304" pitchFamily="18" charset="0"/>
                <a:cs typeface="Times New Roman" panose="02020603050405020304" pitchFamily="18" charset="0"/>
              </a:rPr>
              <a:t>2017</a:t>
            </a:r>
            <a:r>
              <a:rPr lang="en-IN" sz="1700" dirty="0">
                <a:latin typeface="Times New Roman" panose="02020603050405020304" pitchFamily="18" charset="0"/>
                <a:cs typeface="Times New Roman" panose="02020603050405020304" pitchFamily="18" charset="0"/>
              </a:rPr>
              <a:t> </a:t>
            </a:r>
          </a:p>
          <a:p>
            <a:pPr marL="342900" lvl="0" indent="-342900">
              <a:lnSpc>
                <a:spcPct val="100000"/>
              </a:lnSpc>
              <a:buFont typeface="Arial" panose="020B0604020202020204" pitchFamily="34" charset="0"/>
              <a:buChar char="•"/>
            </a:pPr>
            <a:r>
              <a:rPr lang="en-IN" sz="1700" b="1" dirty="0">
                <a:latin typeface="Times New Roman" panose="02020603050405020304" pitchFamily="18" charset="0"/>
                <a:cs typeface="Times New Roman" panose="02020603050405020304" pitchFamily="18" charset="0"/>
              </a:rPr>
              <a:t>A Study on Overfitting in Deep Reinforcement Learning</a:t>
            </a:r>
            <a:r>
              <a:rPr lang="en-IN" sz="1700" dirty="0">
                <a:latin typeface="Times New Roman" panose="02020603050405020304" pitchFamily="18" charset="0"/>
                <a:cs typeface="Times New Roman" panose="02020603050405020304" pitchFamily="18" charset="0"/>
              </a:rPr>
              <a:t> by Zhang et al., </a:t>
            </a:r>
            <a:r>
              <a:rPr lang="en-IN" sz="1700" b="1" dirty="0">
                <a:latin typeface="Times New Roman" panose="02020603050405020304" pitchFamily="18" charset="0"/>
                <a:cs typeface="Times New Roman" panose="02020603050405020304" pitchFamily="18" charset="0"/>
              </a:rPr>
              <a:t>2018</a:t>
            </a:r>
            <a:r>
              <a:rPr lang="en-IN" sz="1700" dirty="0">
                <a:latin typeface="Times New Roman" panose="02020603050405020304" pitchFamily="18" charset="0"/>
                <a:cs typeface="Times New Roman" panose="02020603050405020304" pitchFamily="18" charset="0"/>
              </a:rPr>
              <a:t> </a:t>
            </a:r>
          </a:p>
          <a:p>
            <a:pPr marL="342900" lvl="0" indent="-342900">
              <a:lnSpc>
                <a:spcPct val="100000"/>
              </a:lnSpc>
              <a:buFont typeface="Arial" panose="020B0604020202020204" pitchFamily="34" charset="0"/>
              <a:buChar char="•"/>
            </a:pPr>
            <a:r>
              <a:rPr lang="en-IN" sz="1700" b="1" dirty="0">
                <a:latin typeface="Times New Roman" panose="02020603050405020304" pitchFamily="18" charset="0"/>
                <a:cs typeface="Times New Roman" panose="02020603050405020304" pitchFamily="18" charset="0"/>
              </a:rPr>
              <a:t>Do As I Can, Not As I Say: Grounding Language in Robotic Affordances</a:t>
            </a:r>
            <a:r>
              <a:rPr lang="en-IN" sz="1700" dirty="0">
                <a:latin typeface="Times New Roman" panose="02020603050405020304" pitchFamily="18" charset="0"/>
                <a:cs typeface="Times New Roman" panose="02020603050405020304" pitchFamily="18" charset="0"/>
              </a:rPr>
              <a:t> by Ahn et al., </a:t>
            </a:r>
            <a:r>
              <a:rPr lang="en-IN" sz="1700" b="1" dirty="0">
                <a:latin typeface="Times New Roman" panose="02020603050405020304" pitchFamily="18" charset="0"/>
                <a:cs typeface="Times New Roman" panose="02020603050405020304" pitchFamily="18" charset="0"/>
              </a:rPr>
              <a:t>2022</a:t>
            </a:r>
            <a:r>
              <a:rPr lang="en-IN" sz="1700" dirty="0">
                <a:latin typeface="Times New Roman" panose="02020603050405020304" pitchFamily="18" charset="0"/>
                <a:cs typeface="Times New Roman" panose="02020603050405020304" pitchFamily="18" charset="0"/>
              </a:rPr>
              <a:t> </a:t>
            </a:r>
          </a:p>
          <a:p>
            <a:pPr marL="342900" lvl="0" indent="-342900">
              <a:lnSpc>
                <a:spcPct val="100000"/>
              </a:lnSpc>
              <a:buFont typeface="Arial" panose="020B0604020202020204" pitchFamily="34" charset="0"/>
              <a:buChar char="•"/>
            </a:pPr>
            <a:r>
              <a:rPr lang="en-IN" sz="1700" b="1" dirty="0">
                <a:latin typeface="Times New Roman" panose="02020603050405020304" pitchFamily="18" charset="0"/>
                <a:cs typeface="Times New Roman" panose="02020603050405020304" pitchFamily="18" charset="0"/>
              </a:rPr>
              <a:t>Grounding Large Language Models in Interactive Environments with Online Reinforcement Learning</a:t>
            </a:r>
            <a:r>
              <a:rPr lang="en-IN" sz="1700" dirty="0">
                <a:latin typeface="Times New Roman" panose="02020603050405020304" pitchFamily="18" charset="0"/>
                <a:cs typeface="Times New Roman" panose="02020603050405020304" pitchFamily="18" charset="0"/>
              </a:rPr>
              <a:t> by Carta et al., </a:t>
            </a:r>
            <a:r>
              <a:rPr lang="en-IN" sz="1700" b="1" dirty="0">
                <a:latin typeface="Times New Roman" panose="02020603050405020304" pitchFamily="18" charset="0"/>
                <a:cs typeface="Times New Roman" panose="02020603050405020304" pitchFamily="18" charset="0"/>
              </a:rPr>
              <a:t>2023</a:t>
            </a:r>
            <a:r>
              <a:rPr lang="en-IN" sz="1700" dirty="0">
                <a:latin typeface="Times New Roman" panose="02020603050405020304" pitchFamily="18" charset="0"/>
                <a:cs typeface="Times New Roman" panose="02020603050405020304" pitchFamily="18" charset="0"/>
              </a:rPr>
              <a:t> </a:t>
            </a:r>
          </a:p>
          <a:p>
            <a:pPr marL="342900" lvl="0" indent="-342900">
              <a:lnSpc>
                <a:spcPct val="100000"/>
              </a:lnSpc>
              <a:buFont typeface="Arial" panose="020B0604020202020204" pitchFamily="34" charset="0"/>
              <a:buChar char="•"/>
            </a:pPr>
            <a:r>
              <a:rPr lang="en-IN" sz="1700" b="1" dirty="0">
                <a:latin typeface="Times New Roman" panose="02020603050405020304" pitchFamily="18" charset="0"/>
                <a:cs typeface="Times New Roman" panose="02020603050405020304" pitchFamily="18" charset="0"/>
              </a:rPr>
              <a:t>LLM-Planner: Few-Shot Grounded Planning for Embodied Agents with Large Language Models</a:t>
            </a:r>
            <a:r>
              <a:rPr lang="en-IN" sz="1700" dirty="0">
                <a:latin typeface="Times New Roman" panose="02020603050405020304" pitchFamily="18" charset="0"/>
                <a:cs typeface="Times New Roman" panose="02020603050405020304" pitchFamily="18" charset="0"/>
              </a:rPr>
              <a:t> by Song et al., </a:t>
            </a:r>
            <a:r>
              <a:rPr lang="en-IN" sz="1700" b="1" dirty="0">
                <a:latin typeface="Times New Roman" panose="02020603050405020304" pitchFamily="18" charset="0"/>
                <a:cs typeface="Times New Roman" panose="02020603050405020304" pitchFamily="18" charset="0"/>
              </a:rPr>
              <a:t>2023</a:t>
            </a:r>
            <a:r>
              <a:rPr lang="en-IN" sz="1700" dirty="0">
                <a:latin typeface="Times New Roman" panose="02020603050405020304" pitchFamily="18" charset="0"/>
                <a:cs typeface="Times New Roman" panose="02020603050405020304" pitchFamily="18" charset="0"/>
              </a:rPr>
              <a:t> </a:t>
            </a:r>
          </a:p>
          <a:p>
            <a:pPr marL="342900" lvl="0" indent="-342900">
              <a:lnSpc>
                <a:spcPct val="100000"/>
              </a:lnSpc>
              <a:buFont typeface="Arial" panose="020B0604020202020204" pitchFamily="34" charset="0"/>
              <a:buChar char="•"/>
            </a:pPr>
            <a:r>
              <a:rPr lang="en-IN" sz="1700" b="1" dirty="0">
                <a:latin typeface="Times New Roman" panose="02020603050405020304" pitchFamily="18" charset="0"/>
                <a:cs typeface="Times New Roman" panose="02020603050405020304" pitchFamily="18" charset="0"/>
              </a:rPr>
              <a:t>Reward Shaping for Reinforcement Learning with an Assistant Reward Agent</a:t>
            </a:r>
            <a:r>
              <a:rPr lang="en-IN" sz="1700" dirty="0">
                <a:latin typeface="Times New Roman" panose="02020603050405020304" pitchFamily="18" charset="0"/>
                <a:cs typeface="Times New Roman" panose="02020603050405020304" pitchFamily="18" charset="0"/>
              </a:rPr>
              <a:t> by Ma et al., </a:t>
            </a:r>
            <a:r>
              <a:rPr lang="en-IN" sz="1700" b="1" dirty="0">
                <a:latin typeface="Times New Roman" panose="02020603050405020304" pitchFamily="18" charset="0"/>
                <a:cs typeface="Times New Roman" panose="02020603050405020304" pitchFamily="18" charset="0"/>
              </a:rPr>
              <a:t>2024</a:t>
            </a:r>
            <a:endParaRPr lang="en-IN" sz="1700" dirty="0">
              <a:latin typeface="Times New Roman" panose="02020603050405020304" pitchFamily="18" charset="0"/>
              <a:cs typeface="Times New Roman" panose="02020603050405020304" pitchFamily="18" charset="0"/>
            </a:endParaRPr>
          </a:p>
          <a:p>
            <a:pPr>
              <a:lnSpc>
                <a:spcPct val="100000"/>
              </a:lnSpc>
            </a:pPr>
            <a:endParaRPr lang="en-IN" sz="1700" dirty="0"/>
          </a:p>
        </p:txBody>
      </p:sp>
      <p:grpSp>
        <p:nvGrpSpPr>
          <p:cNvPr id="32" name="Group 31">
            <a:extLst>
              <a:ext uri="{FF2B5EF4-FFF2-40B4-BE49-F238E27FC236}">
                <a16:creationId xmlns:a16="http://schemas.microsoft.com/office/drawing/2014/main" id="{1148C992-36DE-4449-B92D-49AE04B5DE2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541417" y="4244117"/>
            <a:ext cx="867485" cy="115439"/>
            <a:chOff x="8910933" y="1861308"/>
            <a:chExt cx="867485" cy="115439"/>
          </a:xfrm>
        </p:grpSpPr>
        <p:sp>
          <p:nvSpPr>
            <p:cNvPr id="33" name="Rectangle 32">
              <a:extLst>
                <a:ext uri="{FF2B5EF4-FFF2-40B4-BE49-F238E27FC236}">
                  <a16:creationId xmlns:a16="http://schemas.microsoft.com/office/drawing/2014/main" id="{D765B2C1-DF41-437F-9F2D-C33E46FA26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B6AA37ED-ED19-4857-9B2C-777E8F707C6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C45F6E87-86FB-440C-9EB4-A48D11C72CF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147462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97F34F9-F7CE-4D62-8F8B-2E98B03947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1AEC8AF-1896-43A9-BF10-CE06FD2544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E199BD9-A6EE-4972-BFB5-2AAE28288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0919" y="157606"/>
            <a:ext cx="11870161" cy="65427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3138602-4E50-5129-A2C3-259115D33BB7}"/>
              </a:ext>
            </a:extLst>
          </p:cNvPr>
          <p:cNvSpPr>
            <a:spLocks noGrp="1"/>
          </p:cNvSpPr>
          <p:nvPr>
            <p:ph type="title"/>
          </p:nvPr>
        </p:nvSpPr>
        <p:spPr>
          <a:xfrm>
            <a:off x="1324533" y="1066798"/>
            <a:ext cx="3301255" cy="2668172"/>
          </a:xfrm>
        </p:spPr>
        <p:txBody>
          <a:bodyPr anchor="b">
            <a:normAutofit/>
          </a:bodyPr>
          <a:lstStyle/>
          <a:p>
            <a:pPr algn="ctr"/>
            <a:r>
              <a:rPr lang="en-IN" sz="2700" dirty="0"/>
              <a:t>ARCHITECTURE (Planner-Tracker-Executor)</a:t>
            </a:r>
          </a:p>
        </p:txBody>
      </p:sp>
      <p:sp>
        <p:nvSpPr>
          <p:cNvPr id="3" name="Content Placeholder 2">
            <a:extLst>
              <a:ext uri="{FF2B5EF4-FFF2-40B4-BE49-F238E27FC236}">
                <a16:creationId xmlns:a16="http://schemas.microsoft.com/office/drawing/2014/main" id="{BB4A48B5-A24D-9C56-89BC-409868EB9FDB}"/>
              </a:ext>
            </a:extLst>
          </p:cNvPr>
          <p:cNvSpPr>
            <a:spLocks noGrp="1"/>
          </p:cNvSpPr>
          <p:nvPr>
            <p:ph idx="1"/>
          </p:nvPr>
        </p:nvSpPr>
        <p:spPr>
          <a:xfrm>
            <a:off x="5952974" y="1066799"/>
            <a:ext cx="5172227" cy="4696495"/>
          </a:xfrm>
        </p:spPr>
        <p:txBody>
          <a:bodyPr anchor="ctr">
            <a:normAutofit lnSpcReduction="10000"/>
          </a:bodyPr>
          <a:lstStyle/>
          <a:p>
            <a:pPr lvl="0"/>
            <a:r>
              <a:rPr lang="en-IN" b="1" dirty="0">
                <a:latin typeface="Times New Roman" panose="02020603050405020304" pitchFamily="18" charset="0"/>
                <a:cs typeface="Times New Roman" panose="02020603050405020304" pitchFamily="18" charset="0"/>
              </a:rPr>
              <a:t>LLM Planner: </a:t>
            </a:r>
            <a:r>
              <a:rPr lang="en-IN" dirty="0">
                <a:latin typeface="Times New Roman" panose="02020603050405020304" pitchFamily="18" charset="0"/>
                <a:cs typeface="Times New Roman" panose="02020603050405020304" pitchFamily="18" charset="0"/>
              </a:rPr>
              <a:t>generates a high-level finance procedure and prerequisites </a:t>
            </a:r>
          </a:p>
          <a:p>
            <a:pPr lvl="0"/>
            <a:r>
              <a:rPr lang="en-IN" b="1" dirty="0">
                <a:latin typeface="Times New Roman" panose="02020603050405020304" pitchFamily="18" charset="0"/>
                <a:cs typeface="Times New Roman" panose="02020603050405020304" pitchFamily="18" charset="0"/>
              </a:rPr>
              <a:t>Procedure Tracker: </a:t>
            </a:r>
            <a:r>
              <a:rPr lang="en-IN" dirty="0">
                <a:latin typeface="Times New Roman" panose="02020603050405020304" pitchFamily="18" charset="0"/>
                <a:cs typeface="Times New Roman" panose="02020603050405020304" pitchFamily="18" charset="0"/>
              </a:rPr>
              <a:t>tracks progress and provides the next procedural recommendation </a:t>
            </a:r>
          </a:p>
          <a:p>
            <a:pPr lvl="0"/>
            <a:r>
              <a:rPr lang="en-IN" b="1" dirty="0">
                <a:latin typeface="Times New Roman" panose="02020603050405020304" pitchFamily="18" charset="0"/>
                <a:cs typeface="Times New Roman" panose="02020603050405020304" pitchFamily="18" charset="0"/>
              </a:rPr>
              <a:t>PPO Executor:  </a:t>
            </a:r>
            <a:r>
              <a:rPr lang="en-IN" dirty="0">
                <a:latin typeface="Times New Roman" panose="02020603050405020304" pitchFamily="18" charset="0"/>
                <a:cs typeface="Times New Roman" panose="02020603050405020304" pitchFamily="18" charset="0"/>
              </a:rPr>
              <a:t>learns and selects the actual environment actions </a:t>
            </a:r>
          </a:p>
          <a:p>
            <a:pPr lvl="0"/>
            <a:r>
              <a:rPr lang="en-IN" b="1" dirty="0">
                <a:latin typeface="Times New Roman" panose="02020603050405020304" pitchFamily="18" charset="0"/>
                <a:cs typeface="Times New Roman" panose="02020603050405020304" pitchFamily="18" charset="0"/>
              </a:rPr>
              <a:t>Reward Processor: </a:t>
            </a:r>
            <a:r>
              <a:rPr lang="en-IN" dirty="0">
                <a:latin typeface="Times New Roman" panose="02020603050405020304" pitchFamily="18" charset="0"/>
                <a:cs typeface="Times New Roman" panose="02020603050405020304" pitchFamily="18" charset="0"/>
              </a:rPr>
              <a:t>combines environment feedback with optional LLM reward guidance</a:t>
            </a:r>
          </a:p>
          <a:p>
            <a:pPr lvl="0"/>
            <a:r>
              <a:rPr lang="en-IN" b="1" dirty="0">
                <a:latin typeface="Times New Roman" panose="02020603050405020304" pitchFamily="18" charset="0"/>
                <a:cs typeface="Times New Roman" panose="02020603050405020304" pitchFamily="18" charset="0"/>
              </a:rPr>
              <a:t>Dual Guidance: </a:t>
            </a:r>
            <a:r>
              <a:rPr lang="en-IN" dirty="0">
                <a:latin typeface="Times New Roman" panose="02020603050405020304" pitchFamily="18" charset="0"/>
                <a:cs typeface="Times New Roman" panose="02020603050405020304" pitchFamily="18" charset="0"/>
              </a:rPr>
              <a:t>LLM recommendation can be used as </a:t>
            </a:r>
            <a:r>
              <a:rPr lang="en-IN" b="1" dirty="0">
                <a:latin typeface="Times New Roman" panose="02020603050405020304" pitchFamily="18" charset="0"/>
                <a:cs typeface="Times New Roman" panose="02020603050405020304" pitchFamily="18" charset="0"/>
              </a:rPr>
              <a:t>policy input</a:t>
            </a: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reward shaping</a:t>
            </a:r>
            <a:r>
              <a:rPr lang="en-IN" dirty="0">
                <a:latin typeface="Times New Roman" panose="02020603050405020304" pitchFamily="18" charset="0"/>
                <a:cs typeface="Times New Roman" panose="02020603050405020304" pitchFamily="18" charset="0"/>
              </a:rPr>
              <a:t>, or both </a:t>
            </a:r>
          </a:p>
          <a:p>
            <a:pPr lvl="0"/>
            <a:r>
              <a:rPr lang="en-IN" b="1" dirty="0">
                <a:latin typeface="Times New Roman" panose="02020603050405020304" pitchFamily="18" charset="0"/>
                <a:cs typeface="Times New Roman" panose="02020603050405020304" pitchFamily="18" charset="0"/>
              </a:rPr>
              <a:t>Finance Sandbox: </a:t>
            </a:r>
            <a:r>
              <a:rPr lang="en-IN" dirty="0">
                <a:latin typeface="Times New Roman" panose="02020603050405020304" pitchFamily="18" charset="0"/>
                <a:cs typeface="Times New Roman" panose="02020603050405020304" pitchFamily="18" charset="0"/>
              </a:rPr>
              <a:t>executes actions and returns state transitions, rewards and task outcomes</a:t>
            </a:r>
          </a:p>
          <a:p>
            <a:endParaRPr lang="en-IN" dirty="0"/>
          </a:p>
        </p:txBody>
      </p:sp>
      <p:grpSp>
        <p:nvGrpSpPr>
          <p:cNvPr id="14" name="Group 13">
            <a:extLst>
              <a:ext uri="{FF2B5EF4-FFF2-40B4-BE49-F238E27FC236}">
                <a16:creationId xmlns:a16="http://schemas.microsoft.com/office/drawing/2014/main" id="{1148C992-36DE-4449-B92D-49AE04B5DE2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541417" y="4244117"/>
            <a:ext cx="867485" cy="115439"/>
            <a:chOff x="8910933" y="1861308"/>
            <a:chExt cx="867485" cy="115439"/>
          </a:xfrm>
        </p:grpSpPr>
        <p:sp>
          <p:nvSpPr>
            <p:cNvPr id="20" name="Rectangle 19">
              <a:extLst>
                <a:ext uri="{FF2B5EF4-FFF2-40B4-BE49-F238E27FC236}">
                  <a16:creationId xmlns:a16="http://schemas.microsoft.com/office/drawing/2014/main" id="{D765B2C1-DF41-437F-9F2D-C33E46FA26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Connector 20">
              <a:extLst>
                <a:ext uri="{FF2B5EF4-FFF2-40B4-BE49-F238E27FC236}">
                  <a16:creationId xmlns:a16="http://schemas.microsoft.com/office/drawing/2014/main" id="{B6AA37ED-ED19-4857-9B2C-777E8F707C6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C45F6E87-86FB-440C-9EB4-A48D11C72CF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331656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57AE830-9FCF-D54E-7571-9491F358D3E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41400" y="703263"/>
            <a:ext cx="10109200" cy="5686425"/>
          </a:xfrm>
          <a:prstGeom prst="rect">
            <a:avLst/>
          </a:prstGeom>
        </p:spPr>
      </p:pic>
    </p:spTree>
    <p:extLst>
      <p:ext uri="{BB962C8B-B14F-4D97-AF65-F5344CB8AC3E}">
        <p14:creationId xmlns:p14="http://schemas.microsoft.com/office/powerpoint/2010/main" val="6064119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FAC9656C-AED6-412E-9226-B7F1964005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5BC820D-D527-47CE-ABB0-DA0BB5B043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D1DD315B-AEF9-490C-9438-C80F804057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 y="159026"/>
            <a:ext cx="11891037" cy="65427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C148189-7C0F-BA40-9D04-326152B37A46}"/>
              </a:ext>
            </a:extLst>
          </p:cNvPr>
          <p:cNvSpPr>
            <a:spLocks noGrp="1"/>
          </p:cNvSpPr>
          <p:nvPr>
            <p:ph type="title"/>
          </p:nvPr>
        </p:nvSpPr>
        <p:spPr>
          <a:xfrm>
            <a:off x="1028700" y="1028700"/>
            <a:ext cx="4038600" cy="4800600"/>
          </a:xfrm>
        </p:spPr>
        <p:txBody>
          <a:bodyPr anchor="ctr">
            <a:normAutofit/>
          </a:bodyPr>
          <a:lstStyle/>
          <a:p>
            <a:pPr algn="ctr"/>
            <a:r>
              <a:rPr lang="en-IN" dirty="0"/>
              <a:t>EXPERIMENT</a:t>
            </a:r>
          </a:p>
        </p:txBody>
      </p:sp>
      <p:graphicFrame>
        <p:nvGraphicFramePr>
          <p:cNvPr id="20" name="Content Placeholder 2">
            <a:extLst>
              <a:ext uri="{FF2B5EF4-FFF2-40B4-BE49-F238E27FC236}">
                <a16:creationId xmlns:a16="http://schemas.microsoft.com/office/drawing/2014/main" id="{2E04CFEE-7138-60C8-211A-A6599EA7F66F}"/>
              </a:ext>
            </a:extLst>
          </p:cNvPr>
          <p:cNvGraphicFramePr>
            <a:graphicFrameLocks noGrp="1"/>
          </p:cNvGraphicFramePr>
          <p:nvPr>
            <p:ph idx="1"/>
            <p:extLst>
              <p:ext uri="{D42A27DB-BD31-4B8C-83A1-F6EECF244321}">
                <p14:modId xmlns:p14="http://schemas.microsoft.com/office/powerpoint/2010/main" val="3419253034"/>
              </p:ext>
            </p:extLst>
          </p:nvPr>
        </p:nvGraphicFramePr>
        <p:xfrm>
          <a:off x="6095999" y="868197"/>
          <a:ext cx="5343083" cy="51216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210691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5E7C1DE-11EF-DB2B-0B20-BA8FEC13AAB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91243" y="388824"/>
            <a:ext cx="10809513" cy="6080351"/>
          </a:xfrm>
          <a:prstGeom prst="rect">
            <a:avLst/>
          </a:prstGeom>
        </p:spPr>
      </p:pic>
    </p:spTree>
    <p:extLst>
      <p:ext uri="{BB962C8B-B14F-4D97-AF65-F5344CB8AC3E}">
        <p14:creationId xmlns:p14="http://schemas.microsoft.com/office/powerpoint/2010/main" val="40662717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AC9656C-AED6-412E-9226-B7F1964005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5BC820D-D527-47CE-ABB0-DA0BB5B043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1DD315B-AEF9-490C-9438-C80F804057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 y="159026"/>
            <a:ext cx="11891037" cy="65427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70DED5-6066-F97D-474E-8CADDBD602D2}"/>
              </a:ext>
            </a:extLst>
          </p:cNvPr>
          <p:cNvSpPr>
            <a:spLocks noGrp="1"/>
          </p:cNvSpPr>
          <p:nvPr>
            <p:ph type="title"/>
          </p:nvPr>
        </p:nvSpPr>
        <p:spPr>
          <a:xfrm>
            <a:off x="1028700" y="1028700"/>
            <a:ext cx="4038600" cy="4800600"/>
          </a:xfrm>
        </p:spPr>
        <p:txBody>
          <a:bodyPr anchor="ctr">
            <a:normAutofit/>
          </a:bodyPr>
          <a:lstStyle/>
          <a:p>
            <a:pPr algn="ctr"/>
            <a:r>
              <a:rPr lang="en-IN" dirty="0"/>
              <a:t>DEMONSTRATION</a:t>
            </a:r>
            <a:endParaRPr lang="en-IN"/>
          </a:p>
        </p:txBody>
      </p:sp>
      <p:graphicFrame>
        <p:nvGraphicFramePr>
          <p:cNvPr id="5" name="Content Placeholder 2">
            <a:extLst>
              <a:ext uri="{FF2B5EF4-FFF2-40B4-BE49-F238E27FC236}">
                <a16:creationId xmlns:a16="http://schemas.microsoft.com/office/drawing/2014/main" id="{DAC228C0-E746-4734-F9AB-0FD34A348F5C}"/>
              </a:ext>
            </a:extLst>
          </p:cNvPr>
          <p:cNvGraphicFramePr>
            <a:graphicFrameLocks noGrp="1"/>
          </p:cNvGraphicFramePr>
          <p:nvPr>
            <p:ph idx="1"/>
            <p:extLst>
              <p:ext uri="{D42A27DB-BD31-4B8C-83A1-F6EECF244321}">
                <p14:modId xmlns:p14="http://schemas.microsoft.com/office/powerpoint/2010/main" val="3356117126"/>
              </p:ext>
            </p:extLst>
          </p:nvPr>
        </p:nvGraphicFramePr>
        <p:xfrm>
          <a:off x="6095999" y="868197"/>
          <a:ext cx="5343083" cy="51216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045514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7C583FB-03DE-E213-5898-88730BAA7E01}"/>
              </a:ext>
            </a:extLst>
          </p:cNvPr>
          <p:cNvSpPr>
            <a:spLocks noGrp="1"/>
          </p:cNvSpPr>
          <p:nvPr>
            <p:ph idx="1"/>
          </p:nvPr>
        </p:nvSpPr>
        <p:spPr>
          <a:xfrm>
            <a:off x="1028700" y="1182189"/>
            <a:ext cx="10134600" cy="3969342"/>
          </a:xfrm>
        </p:spPr>
        <p:txBody>
          <a:bodyPr/>
          <a:lstStyle/>
          <a:p>
            <a:r>
              <a:rPr lang="en-IN" dirty="0"/>
              <a:t>Demonstration deleted for GitHub file size limitation download the source from one Drive or google drive for complete source code and ppt.</a:t>
            </a:r>
          </a:p>
        </p:txBody>
      </p:sp>
    </p:spTree>
    <p:extLst>
      <p:ext uri="{BB962C8B-B14F-4D97-AF65-F5344CB8AC3E}">
        <p14:creationId xmlns:p14="http://schemas.microsoft.com/office/powerpoint/2010/main" val="19284844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BFE77-EA6C-1DAF-CD32-E23186039E6E}"/>
              </a:ext>
            </a:extLst>
          </p:cNvPr>
          <p:cNvSpPr>
            <a:spLocks noGrp="1"/>
          </p:cNvSpPr>
          <p:nvPr>
            <p:ph type="title"/>
          </p:nvPr>
        </p:nvSpPr>
        <p:spPr/>
        <p:txBody>
          <a:bodyPr/>
          <a:lstStyle/>
          <a:p>
            <a:r>
              <a:rPr lang="en-IN" dirty="0"/>
              <a:t>RESULTS &amp; FINDINGS</a:t>
            </a:r>
          </a:p>
        </p:txBody>
      </p:sp>
      <p:graphicFrame>
        <p:nvGraphicFramePr>
          <p:cNvPr id="4" name="Content Placeholder 3">
            <a:extLst>
              <a:ext uri="{FF2B5EF4-FFF2-40B4-BE49-F238E27FC236}">
                <a16:creationId xmlns:a16="http://schemas.microsoft.com/office/drawing/2014/main" id="{1AD50E47-FB07-59A7-9425-49AEC17A399E}"/>
              </a:ext>
            </a:extLst>
          </p:cNvPr>
          <p:cNvGraphicFramePr>
            <a:graphicFrameLocks noGrp="1"/>
          </p:cNvGraphicFramePr>
          <p:nvPr>
            <p:ph idx="1"/>
            <p:extLst>
              <p:ext uri="{D42A27DB-BD31-4B8C-83A1-F6EECF244321}">
                <p14:modId xmlns:p14="http://schemas.microsoft.com/office/powerpoint/2010/main" val="834113177"/>
              </p:ext>
            </p:extLst>
          </p:nvPr>
        </p:nvGraphicFramePr>
        <p:xfrm>
          <a:off x="1028700" y="2162174"/>
          <a:ext cx="10134600" cy="3510462"/>
        </p:xfrm>
        <a:graphic>
          <a:graphicData uri="http://schemas.openxmlformats.org/drawingml/2006/table">
            <a:tbl>
              <a:tblPr firstRow="1" bandRow="1">
                <a:tableStyleId>{5C22544A-7EE6-4342-B048-85BDC9FD1C3A}</a:tableStyleId>
              </a:tblPr>
              <a:tblGrid>
                <a:gridCol w="1266825">
                  <a:extLst>
                    <a:ext uri="{9D8B030D-6E8A-4147-A177-3AD203B41FA5}">
                      <a16:colId xmlns:a16="http://schemas.microsoft.com/office/drawing/2014/main" val="2028099095"/>
                    </a:ext>
                  </a:extLst>
                </a:gridCol>
                <a:gridCol w="1266825">
                  <a:extLst>
                    <a:ext uri="{9D8B030D-6E8A-4147-A177-3AD203B41FA5}">
                      <a16:colId xmlns:a16="http://schemas.microsoft.com/office/drawing/2014/main" val="133961097"/>
                    </a:ext>
                  </a:extLst>
                </a:gridCol>
                <a:gridCol w="1266825">
                  <a:extLst>
                    <a:ext uri="{9D8B030D-6E8A-4147-A177-3AD203B41FA5}">
                      <a16:colId xmlns:a16="http://schemas.microsoft.com/office/drawing/2014/main" val="1184267083"/>
                    </a:ext>
                  </a:extLst>
                </a:gridCol>
                <a:gridCol w="1266825">
                  <a:extLst>
                    <a:ext uri="{9D8B030D-6E8A-4147-A177-3AD203B41FA5}">
                      <a16:colId xmlns:a16="http://schemas.microsoft.com/office/drawing/2014/main" val="3091301286"/>
                    </a:ext>
                  </a:extLst>
                </a:gridCol>
                <a:gridCol w="1266825">
                  <a:extLst>
                    <a:ext uri="{9D8B030D-6E8A-4147-A177-3AD203B41FA5}">
                      <a16:colId xmlns:a16="http://schemas.microsoft.com/office/drawing/2014/main" val="656097006"/>
                    </a:ext>
                  </a:extLst>
                </a:gridCol>
                <a:gridCol w="1266825">
                  <a:extLst>
                    <a:ext uri="{9D8B030D-6E8A-4147-A177-3AD203B41FA5}">
                      <a16:colId xmlns:a16="http://schemas.microsoft.com/office/drawing/2014/main" val="1438746103"/>
                    </a:ext>
                  </a:extLst>
                </a:gridCol>
                <a:gridCol w="1266825">
                  <a:extLst>
                    <a:ext uri="{9D8B030D-6E8A-4147-A177-3AD203B41FA5}">
                      <a16:colId xmlns:a16="http://schemas.microsoft.com/office/drawing/2014/main" val="3526836329"/>
                    </a:ext>
                  </a:extLst>
                </a:gridCol>
                <a:gridCol w="1266825">
                  <a:extLst>
                    <a:ext uri="{9D8B030D-6E8A-4147-A177-3AD203B41FA5}">
                      <a16:colId xmlns:a16="http://schemas.microsoft.com/office/drawing/2014/main" val="1347740428"/>
                    </a:ext>
                  </a:extLst>
                </a:gridCol>
              </a:tblGrid>
              <a:tr h="632188">
                <a:tc>
                  <a:txBody>
                    <a:bodyPr/>
                    <a:lstStyle/>
                    <a:p>
                      <a:pPr algn="just" fontAlgn="ctr">
                        <a:buNone/>
                      </a:pPr>
                      <a:r>
                        <a:rPr lang="x-none" sz="1600" b="1" i="0" u="none" strike="noStrike" dirty="0">
                          <a:solidFill>
                            <a:srgbClr val="000000"/>
                          </a:solidFill>
                          <a:effectLst/>
                          <a:latin typeface="Times New Roman" panose="02020603050405020304" pitchFamily="18" charset="0"/>
                        </a:rPr>
                        <a:t>Configuration</a:t>
                      </a:r>
                      <a:endParaRPr lang="en-IN" sz="1600" b="1" i="0" u="none" strike="noStrike" dirty="0">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x-none" sz="1600" b="1" i="0" u="none" strike="noStrike">
                          <a:solidFill>
                            <a:srgbClr val="000000"/>
                          </a:solidFill>
                          <a:effectLst/>
                          <a:latin typeface="Times New Roman" panose="02020603050405020304" pitchFamily="18" charset="0"/>
                        </a:rPr>
                        <a:t>Final-100 Train Success (%)</a:t>
                      </a:r>
                      <a:endParaRPr lang="en-IN" sz="1600" b="1"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x-none" sz="1600" b="1" i="0" u="none" strike="noStrike">
                          <a:solidFill>
                            <a:srgbClr val="000000"/>
                          </a:solidFill>
                          <a:effectLst/>
                          <a:latin typeface="Times New Roman" panose="02020603050405020304" pitchFamily="18" charset="0"/>
                        </a:rPr>
                        <a:t>First Conv. Ep.</a:t>
                      </a:r>
                      <a:endParaRPr lang="en-IN" sz="1600" b="1"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x-none" sz="1600" b="1" i="0" u="none" strike="noStrike">
                          <a:solidFill>
                            <a:srgbClr val="000000"/>
                          </a:solidFill>
                          <a:effectLst/>
                          <a:latin typeface="Times New Roman" panose="02020603050405020304" pitchFamily="18" charset="0"/>
                        </a:rPr>
                        <a:t>Eval. Success (%)</a:t>
                      </a:r>
                      <a:endParaRPr lang="en-IN" sz="1600" b="1"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x-none" sz="1600" b="1" i="0" u="none" strike="noStrike" dirty="0">
                          <a:solidFill>
                            <a:srgbClr val="000000"/>
                          </a:solidFill>
                          <a:effectLst/>
                          <a:latin typeface="Times New Roman" panose="02020603050405020304" pitchFamily="18" charset="0"/>
                        </a:rPr>
                        <a:t>Eval. Base Reward</a:t>
                      </a:r>
                      <a:endParaRPr lang="en-IN" sz="1600" b="1" i="0" u="none" strike="noStrike" dirty="0">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x-none" sz="1600" b="1" i="0" u="none" strike="noStrike">
                          <a:solidFill>
                            <a:srgbClr val="000000"/>
                          </a:solidFill>
                          <a:effectLst/>
                          <a:latin typeface="Times New Roman" panose="02020603050405020304" pitchFamily="18" charset="0"/>
                        </a:rPr>
                        <a:t>Eval. Steps</a:t>
                      </a:r>
                      <a:endParaRPr lang="en-IN" sz="1600" b="1"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x-none" sz="1600" b="1" i="0" u="none" strike="noStrike">
                          <a:solidFill>
                            <a:srgbClr val="000000"/>
                          </a:solidFill>
                          <a:effectLst/>
                          <a:latin typeface="Times New Roman" panose="02020603050405020304" pitchFamily="18" charset="0"/>
                        </a:rPr>
                        <a:t>Eval. Procedure Adherence (%)</a:t>
                      </a:r>
                      <a:endParaRPr lang="en-IN" sz="1600" b="1"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x-none" sz="1600" b="1" i="0" u="none" strike="noStrike">
                          <a:solidFill>
                            <a:srgbClr val="000000"/>
                          </a:solidFill>
                          <a:effectLst/>
                          <a:latin typeface="Times New Roman" panose="02020603050405020304" pitchFamily="18" charset="0"/>
                        </a:rPr>
                        <a:t>Train Time (s)</a:t>
                      </a:r>
                      <a:endParaRPr lang="en-IN" sz="1600" b="1" i="0" u="none" strike="noStrike">
                        <a:solidFill>
                          <a:srgbClr val="000000"/>
                        </a:solidFill>
                        <a:effectLst/>
                        <a:latin typeface="Times New Roman" panose="02020603050405020304" pitchFamily="18" charset="0"/>
                      </a:endParaRPr>
                    </a:p>
                  </a:txBody>
                  <a:tcPr marL="6350" marR="6350" marT="6350" marB="0" anchor="ctr"/>
                </a:tc>
                <a:extLst>
                  <a:ext uri="{0D108BD9-81ED-4DB2-BD59-A6C34878D82A}">
                    <a16:rowId xmlns:a16="http://schemas.microsoft.com/office/drawing/2014/main" val="2804994870"/>
                  </a:ext>
                </a:extLst>
              </a:tr>
              <a:tr h="632188">
                <a:tc>
                  <a:txBody>
                    <a:bodyPr/>
                    <a:lstStyle/>
                    <a:p>
                      <a:pPr algn="l" fontAlgn="ctr">
                        <a:buNone/>
                      </a:pPr>
                      <a:r>
                        <a:rPr lang="x-none" sz="1600" b="0" i="0" u="none" strike="noStrike" dirty="0">
                          <a:solidFill>
                            <a:srgbClr val="000000"/>
                          </a:solidFill>
                          <a:effectLst/>
                          <a:latin typeface="Times New Roman" panose="02020603050405020304" pitchFamily="18" charset="0"/>
                        </a:rPr>
                        <a:t>PO Baseline</a:t>
                      </a:r>
                      <a:endParaRPr lang="en-IN" sz="1600" b="0" i="0" u="none" strike="noStrike" dirty="0">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IN" sz="1600" b="1" i="0" u="none" strike="noStrike" dirty="0">
                          <a:solidFill>
                            <a:srgbClr val="000000"/>
                          </a:solidFill>
                          <a:effectLst/>
                          <a:latin typeface="Times New Roman" panose="02020603050405020304" pitchFamily="18" charset="0"/>
                        </a:rPr>
                        <a:t>88.2 ± 1.6</a:t>
                      </a:r>
                    </a:p>
                  </a:txBody>
                  <a:tcPr marL="6350" marR="6350" marT="6350" marB="0" anchor="ctr"/>
                </a:tc>
                <a:tc>
                  <a:txBody>
                    <a:bodyPr/>
                    <a:lstStyle/>
                    <a:p>
                      <a:pPr algn="just" fontAlgn="ctr">
                        <a:buNone/>
                      </a:pPr>
                      <a:r>
                        <a:rPr lang="en-IN" sz="1600" b="1" i="0" u="none" strike="noStrike">
                          <a:solidFill>
                            <a:srgbClr val="000000"/>
                          </a:solidFill>
                          <a:effectLst/>
                          <a:latin typeface="Times New Roman" panose="02020603050405020304" pitchFamily="18" charset="0"/>
                        </a:rPr>
                        <a:t>183.8 ± 34.3</a:t>
                      </a:r>
                    </a:p>
                  </a:txBody>
                  <a:tcPr marL="6350" marR="6350" marT="6350" marB="0" anchor="ctr"/>
                </a:tc>
                <a:tc>
                  <a:txBody>
                    <a:bodyPr/>
                    <a:lstStyle/>
                    <a:p>
                      <a:pPr algn="just" fontAlgn="ctr">
                        <a:buNone/>
                      </a:pPr>
                      <a:r>
                        <a:rPr lang="en-IN" sz="1600" b="1" i="0" u="none" strike="noStrike">
                          <a:solidFill>
                            <a:srgbClr val="000000"/>
                          </a:solidFill>
                          <a:effectLst/>
                          <a:latin typeface="Times New Roman" panose="02020603050405020304" pitchFamily="18" charset="0"/>
                        </a:rPr>
                        <a:t>36.8 ± 41.9</a:t>
                      </a:r>
                    </a:p>
                  </a:txBody>
                  <a:tcPr marL="6350" marR="6350" marT="6350" marB="0" anchor="ctr"/>
                </a:tc>
                <a:tc>
                  <a:txBody>
                    <a:bodyPr/>
                    <a:lstStyle/>
                    <a:p>
                      <a:pPr algn="just" fontAlgn="ctr">
                        <a:buNone/>
                      </a:pPr>
                      <a:r>
                        <a:rPr lang="en-IN" sz="1600" b="1" i="0" u="none" strike="noStrike">
                          <a:solidFill>
                            <a:srgbClr val="000000"/>
                          </a:solidFill>
                          <a:effectLst/>
                          <a:latin typeface="Times New Roman" panose="02020603050405020304" pitchFamily="18" charset="0"/>
                        </a:rPr>
                        <a:t>18.55 ± 15.3</a:t>
                      </a:r>
                    </a:p>
                  </a:txBody>
                  <a:tcPr marL="6350" marR="6350" marT="6350" marB="0" anchor="ctr"/>
                </a:tc>
                <a:tc>
                  <a:txBody>
                    <a:bodyPr/>
                    <a:lstStyle/>
                    <a:p>
                      <a:pPr algn="just" fontAlgn="ctr">
                        <a:buNone/>
                      </a:pPr>
                      <a:r>
                        <a:rPr lang="en-IN" sz="1600" b="1" i="0" u="none" strike="noStrike">
                          <a:solidFill>
                            <a:srgbClr val="000000"/>
                          </a:solidFill>
                          <a:effectLst/>
                          <a:latin typeface="Times New Roman" panose="02020603050405020304" pitchFamily="18" charset="0"/>
                        </a:rPr>
                        <a:t>15.43 ± 5.15</a:t>
                      </a:r>
                    </a:p>
                  </a:txBody>
                  <a:tcPr marL="6350" marR="6350" marT="6350" marB="0" anchor="ctr"/>
                </a:tc>
                <a:tc>
                  <a:txBody>
                    <a:bodyPr/>
                    <a:lstStyle/>
                    <a:p>
                      <a:pPr algn="just" fontAlgn="ctr">
                        <a:buNone/>
                      </a:pPr>
                      <a:r>
                        <a:rPr lang="en-IN" sz="1600" b="1" i="0" u="none" strike="noStrike">
                          <a:solidFill>
                            <a:srgbClr val="000000"/>
                          </a:solidFill>
                          <a:effectLst/>
                          <a:latin typeface="Times New Roman" panose="02020603050405020304" pitchFamily="18" charset="0"/>
                        </a:rPr>
                        <a:t>-</a:t>
                      </a:r>
                    </a:p>
                  </a:txBody>
                  <a:tcPr marL="6350" marR="6350" marT="6350" marB="0" anchor="ctr"/>
                </a:tc>
                <a:tc>
                  <a:txBody>
                    <a:bodyPr/>
                    <a:lstStyle/>
                    <a:p>
                      <a:pPr algn="just" fontAlgn="ctr">
                        <a:buNone/>
                      </a:pPr>
                      <a:r>
                        <a:rPr lang="en-IN" sz="1600" b="1" i="0" u="none" strike="noStrike">
                          <a:solidFill>
                            <a:srgbClr val="000000"/>
                          </a:solidFill>
                          <a:effectLst/>
                          <a:latin typeface="Times New Roman" panose="02020603050405020304" pitchFamily="18" charset="0"/>
                        </a:rPr>
                        <a:t>1231.4 ± 28.8</a:t>
                      </a:r>
                    </a:p>
                  </a:txBody>
                  <a:tcPr marL="6350" marR="6350" marT="6350" marB="0" anchor="ctr"/>
                </a:tc>
                <a:extLst>
                  <a:ext uri="{0D108BD9-81ED-4DB2-BD59-A6C34878D82A}">
                    <a16:rowId xmlns:a16="http://schemas.microsoft.com/office/drawing/2014/main" val="1690268355"/>
                  </a:ext>
                </a:extLst>
              </a:tr>
              <a:tr h="632188">
                <a:tc>
                  <a:txBody>
                    <a:bodyPr/>
                    <a:lstStyle/>
                    <a:p>
                      <a:pPr algn="l" fontAlgn="ctr">
                        <a:buNone/>
                      </a:pPr>
                      <a:r>
                        <a:rPr lang="x-none" sz="1600" b="0" i="0" u="none" strike="noStrike">
                          <a:solidFill>
                            <a:srgbClr val="000000"/>
                          </a:solidFill>
                          <a:effectLst/>
                          <a:latin typeface="Times New Roman" panose="02020603050405020304" pitchFamily="18" charset="0"/>
                        </a:rPr>
                        <a:t>LLM Input</a:t>
                      </a:r>
                      <a:endParaRPr lang="en-IN" sz="16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IN" sz="1600" b="1" i="0" u="none" strike="noStrike">
                          <a:solidFill>
                            <a:srgbClr val="000000"/>
                          </a:solidFill>
                          <a:effectLst/>
                          <a:latin typeface="Times New Roman" panose="02020603050405020304" pitchFamily="18" charset="0"/>
                        </a:rPr>
                        <a:t>88.8 ± 1.3</a:t>
                      </a:r>
                    </a:p>
                  </a:txBody>
                  <a:tcPr marL="6350" marR="6350" marT="6350" marB="0" anchor="ctr"/>
                </a:tc>
                <a:tc>
                  <a:txBody>
                    <a:bodyPr/>
                    <a:lstStyle/>
                    <a:p>
                      <a:pPr algn="just" fontAlgn="ctr">
                        <a:buNone/>
                      </a:pPr>
                      <a:r>
                        <a:rPr lang="en-IN" sz="1600" b="1" i="0" u="none" strike="noStrike">
                          <a:solidFill>
                            <a:srgbClr val="000000"/>
                          </a:solidFill>
                          <a:effectLst/>
                          <a:latin typeface="Times New Roman" panose="02020603050405020304" pitchFamily="18" charset="0"/>
                        </a:rPr>
                        <a:t>166.2 ± 13.2</a:t>
                      </a:r>
                    </a:p>
                  </a:txBody>
                  <a:tcPr marL="6350" marR="6350" marT="6350" marB="0" anchor="ctr"/>
                </a:tc>
                <a:tc>
                  <a:txBody>
                    <a:bodyPr/>
                    <a:lstStyle/>
                    <a:p>
                      <a:pPr algn="just" fontAlgn="ctr">
                        <a:buNone/>
                      </a:pPr>
                      <a:r>
                        <a:rPr lang="en-IN" sz="1600" b="1" i="0" u="none" strike="noStrike" dirty="0">
                          <a:solidFill>
                            <a:srgbClr val="000000"/>
                          </a:solidFill>
                          <a:effectLst/>
                          <a:latin typeface="Times New Roman" panose="02020603050405020304" pitchFamily="18" charset="0"/>
                        </a:rPr>
                        <a:t>21.8 ± 34</a:t>
                      </a:r>
                    </a:p>
                  </a:txBody>
                  <a:tcPr marL="6350" marR="6350" marT="6350" marB="0" anchor="ctr"/>
                </a:tc>
                <a:tc>
                  <a:txBody>
                    <a:bodyPr/>
                    <a:lstStyle/>
                    <a:p>
                      <a:pPr algn="just" fontAlgn="ctr">
                        <a:buNone/>
                      </a:pPr>
                      <a:r>
                        <a:rPr lang="en-IN" sz="1600" b="1" i="0" u="none" strike="noStrike" dirty="0">
                          <a:solidFill>
                            <a:srgbClr val="000000"/>
                          </a:solidFill>
                          <a:effectLst/>
                          <a:latin typeface="Times New Roman" panose="02020603050405020304" pitchFamily="18" charset="0"/>
                        </a:rPr>
                        <a:t>13.05 ± 12.22</a:t>
                      </a:r>
                    </a:p>
                  </a:txBody>
                  <a:tcPr marL="6350" marR="6350" marT="6350" marB="0" anchor="ctr"/>
                </a:tc>
                <a:tc>
                  <a:txBody>
                    <a:bodyPr/>
                    <a:lstStyle/>
                    <a:p>
                      <a:pPr algn="just" fontAlgn="ctr">
                        <a:buNone/>
                      </a:pPr>
                      <a:r>
                        <a:rPr lang="en-IN" sz="1600" b="1" i="0" u="none" strike="noStrike">
                          <a:solidFill>
                            <a:srgbClr val="000000"/>
                          </a:solidFill>
                          <a:effectLst/>
                          <a:latin typeface="Times New Roman" panose="02020603050405020304" pitchFamily="18" charset="0"/>
                        </a:rPr>
                        <a:t>17.15 ± 4.45</a:t>
                      </a:r>
                    </a:p>
                  </a:txBody>
                  <a:tcPr marL="6350" marR="6350" marT="6350" marB="0" anchor="ctr"/>
                </a:tc>
                <a:tc>
                  <a:txBody>
                    <a:bodyPr/>
                    <a:lstStyle/>
                    <a:p>
                      <a:pPr algn="just" fontAlgn="ctr">
                        <a:buNone/>
                      </a:pPr>
                      <a:r>
                        <a:rPr lang="en-IN" sz="1600" b="1" i="0" u="none" strike="noStrike">
                          <a:solidFill>
                            <a:srgbClr val="000000"/>
                          </a:solidFill>
                          <a:effectLst/>
                          <a:latin typeface="Times New Roman" panose="02020603050405020304" pitchFamily="18" charset="0"/>
                        </a:rPr>
                        <a:t>9.27 ± 2.32</a:t>
                      </a:r>
                    </a:p>
                  </a:txBody>
                  <a:tcPr marL="6350" marR="6350" marT="6350" marB="0" anchor="ctr"/>
                </a:tc>
                <a:tc>
                  <a:txBody>
                    <a:bodyPr/>
                    <a:lstStyle/>
                    <a:p>
                      <a:pPr algn="just" fontAlgn="ctr">
                        <a:buNone/>
                      </a:pPr>
                      <a:r>
                        <a:rPr lang="en-IN" sz="1600" b="1" i="0" u="none" strike="noStrike">
                          <a:solidFill>
                            <a:srgbClr val="000000"/>
                          </a:solidFill>
                          <a:effectLst/>
                          <a:latin typeface="Times New Roman" panose="02020603050405020304" pitchFamily="18" charset="0"/>
                        </a:rPr>
                        <a:t>1301 ± 45.4</a:t>
                      </a:r>
                    </a:p>
                  </a:txBody>
                  <a:tcPr marL="6350" marR="6350" marT="6350" marB="0" anchor="ctr"/>
                </a:tc>
                <a:extLst>
                  <a:ext uri="{0D108BD9-81ED-4DB2-BD59-A6C34878D82A}">
                    <a16:rowId xmlns:a16="http://schemas.microsoft.com/office/drawing/2014/main" val="839082199"/>
                  </a:ext>
                </a:extLst>
              </a:tr>
              <a:tr h="632188">
                <a:tc>
                  <a:txBody>
                    <a:bodyPr/>
                    <a:lstStyle/>
                    <a:p>
                      <a:pPr algn="l" fontAlgn="ctr">
                        <a:buNone/>
                      </a:pPr>
                      <a:r>
                        <a:rPr lang="x-none" sz="1600" b="0" i="0" u="none" strike="noStrike">
                          <a:solidFill>
                            <a:srgbClr val="000000"/>
                          </a:solidFill>
                          <a:effectLst/>
                          <a:latin typeface="Times New Roman" panose="02020603050405020304" pitchFamily="18" charset="0"/>
                        </a:rPr>
                        <a:t>LLM Reward Shaping</a:t>
                      </a:r>
                      <a:endParaRPr lang="en-IN" sz="16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IN" sz="1600" b="1" i="0" u="none" strike="noStrike">
                          <a:solidFill>
                            <a:srgbClr val="000000"/>
                          </a:solidFill>
                          <a:effectLst/>
                          <a:latin typeface="Times New Roman" panose="02020603050405020304" pitchFamily="18" charset="0"/>
                        </a:rPr>
                        <a:t>86.6 ± 2.8</a:t>
                      </a:r>
                    </a:p>
                  </a:txBody>
                  <a:tcPr marL="6350" marR="6350" marT="6350" marB="0" anchor="ctr"/>
                </a:tc>
                <a:tc>
                  <a:txBody>
                    <a:bodyPr/>
                    <a:lstStyle/>
                    <a:p>
                      <a:pPr algn="just" fontAlgn="ctr">
                        <a:buNone/>
                      </a:pPr>
                      <a:r>
                        <a:rPr lang="en-IN" sz="1600" b="1" i="0" u="none" strike="noStrike">
                          <a:solidFill>
                            <a:srgbClr val="000000"/>
                          </a:solidFill>
                          <a:effectLst/>
                          <a:latin typeface="Times New Roman" panose="02020603050405020304" pitchFamily="18" charset="0"/>
                        </a:rPr>
                        <a:t>179 ± 6.3</a:t>
                      </a:r>
                    </a:p>
                  </a:txBody>
                  <a:tcPr marL="6350" marR="6350" marT="6350" marB="0" anchor="ctr"/>
                </a:tc>
                <a:tc>
                  <a:txBody>
                    <a:bodyPr/>
                    <a:lstStyle/>
                    <a:p>
                      <a:pPr algn="just" fontAlgn="ctr">
                        <a:buNone/>
                      </a:pPr>
                      <a:r>
                        <a:rPr lang="en-IN" sz="1600" b="1" i="0" u="none" strike="noStrike">
                          <a:solidFill>
                            <a:srgbClr val="000000"/>
                          </a:solidFill>
                          <a:effectLst/>
                          <a:latin typeface="Times New Roman" panose="02020603050405020304" pitchFamily="18" charset="0"/>
                        </a:rPr>
                        <a:t>51 ± 39.7</a:t>
                      </a:r>
                    </a:p>
                  </a:txBody>
                  <a:tcPr marL="6350" marR="6350" marT="6350" marB="0" anchor="ctr"/>
                </a:tc>
                <a:tc>
                  <a:txBody>
                    <a:bodyPr/>
                    <a:lstStyle/>
                    <a:p>
                      <a:pPr algn="just" fontAlgn="ctr">
                        <a:buNone/>
                      </a:pPr>
                      <a:r>
                        <a:rPr lang="en-IN" sz="1600" b="1" i="0" u="none" strike="noStrike" dirty="0">
                          <a:solidFill>
                            <a:srgbClr val="000000"/>
                          </a:solidFill>
                          <a:effectLst/>
                          <a:latin typeface="Times New Roman" panose="02020603050405020304" pitchFamily="18" charset="0"/>
                        </a:rPr>
                        <a:t>24.39 ± 13.98</a:t>
                      </a:r>
                    </a:p>
                  </a:txBody>
                  <a:tcPr marL="6350" marR="6350" marT="6350" marB="0" anchor="ctr"/>
                </a:tc>
                <a:tc>
                  <a:txBody>
                    <a:bodyPr/>
                    <a:lstStyle/>
                    <a:p>
                      <a:pPr algn="just" fontAlgn="ctr">
                        <a:buNone/>
                      </a:pPr>
                      <a:r>
                        <a:rPr lang="en-IN" sz="1600" b="1" i="0" u="none" strike="noStrike" dirty="0">
                          <a:solidFill>
                            <a:srgbClr val="000000"/>
                          </a:solidFill>
                          <a:effectLst/>
                          <a:latin typeface="Times New Roman" panose="02020603050405020304" pitchFamily="18" charset="0"/>
                        </a:rPr>
                        <a:t>14.13 ± 4.58</a:t>
                      </a:r>
                    </a:p>
                  </a:txBody>
                  <a:tcPr marL="6350" marR="6350" marT="6350" marB="0" anchor="ctr"/>
                </a:tc>
                <a:tc>
                  <a:txBody>
                    <a:bodyPr/>
                    <a:lstStyle/>
                    <a:p>
                      <a:pPr algn="just" fontAlgn="ctr">
                        <a:buNone/>
                      </a:pPr>
                      <a:r>
                        <a:rPr lang="en-IN" sz="1600" b="1" i="0" u="none" strike="noStrike">
                          <a:solidFill>
                            <a:srgbClr val="000000"/>
                          </a:solidFill>
                          <a:effectLst/>
                          <a:latin typeface="Times New Roman" panose="02020603050405020304" pitchFamily="18" charset="0"/>
                        </a:rPr>
                        <a:t>34.29 ± 19.01</a:t>
                      </a:r>
                    </a:p>
                  </a:txBody>
                  <a:tcPr marL="6350" marR="6350" marT="6350" marB="0" anchor="ctr"/>
                </a:tc>
                <a:tc>
                  <a:txBody>
                    <a:bodyPr/>
                    <a:lstStyle/>
                    <a:p>
                      <a:pPr algn="just" fontAlgn="ctr">
                        <a:buNone/>
                      </a:pPr>
                      <a:r>
                        <a:rPr lang="en-IN" sz="1600" b="1" i="0" u="none" strike="noStrike">
                          <a:solidFill>
                            <a:srgbClr val="000000"/>
                          </a:solidFill>
                          <a:effectLst/>
                          <a:latin typeface="Times New Roman" panose="02020603050405020304" pitchFamily="18" charset="0"/>
                        </a:rPr>
                        <a:t>1333.8 ± 58.4</a:t>
                      </a:r>
                    </a:p>
                  </a:txBody>
                  <a:tcPr marL="6350" marR="6350" marT="6350" marB="0" anchor="ctr"/>
                </a:tc>
                <a:extLst>
                  <a:ext uri="{0D108BD9-81ED-4DB2-BD59-A6C34878D82A}">
                    <a16:rowId xmlns:a16="http://schemas.microsoft.com/office/drawing/2014/main" val="55516454"/>
                  </a:ext>
                </a:extLst>
              </a:tr>
              <a:tr h="632188">
                <a:tc>
                  <a:txBody>
                    <a:bodyPr/>
                    <a:lstStyle/>
                    <a:p>
                      <a:pPr algn="l" fontAlgn="ctr">
                        <a:buNone/>
                      </a:pPr>
                      <a:r>
                        <a:rPr lang="x-none" sz="1600" b="0" i="0" u="none" strike="noStrike">
                          <a:solidFill>
                            <a:srgbClr val="000000"/>
                          </a:solidFill>
                          <a:effectLst/>
                          <a:latin typeface="Times New Roman" panose="02020603050405020304" pitchFamily="18" charset="0"/>
                        </a:rPr>
                        <a:t>LLM Input + Reward</a:t>
                      </a:r>
                      <a:endParaRPr lang="en-IN" sz="1600" b="0" i="0" u="none" strike="noStrike">
                        <a:solidFill>
                          <a:srgbClr val="000000"/>
                        </a:solidFill>
                        <a:effectLst/>
                        <a:latin typeface="Times New Roman" panose="02020603050405020304" pitchFamily="18" charset="0"/>
                      </a:endParaRPr>
                    </a:p>
                  </a:txBody>
                  <a:tcPr marL="6350" marR="6350" marT="6350" marB="0" anchor="ctr"/>
                </a:tc>
                <a:tc>
                  <a:txBody>
                    <a:bodyPr/>
                    <a:lstStyle/>
                    <a:p>
                      <a:pPr algn="just" fontAlgn="ctr">
                        <a:buNone/>
                      </a:pPr>
                      <a:r>
                        <a:rPr lang="en-IN" sz="1600" b="1" i="0" u="none" strike="noStrike">
                          <a:solidFill>
                            <a:srgbClr val="000000"/>
                          </a:solidFill>
                          <a:effectLst/>
                          <a:latin typeface="Times New Roman" panose="02020603050405020304" pitchFamily="18" charset="0"/>
                        </a:rPr>
                        <a:t>87.6 ± 0.5</a:t>
                      </a:r>
                    </a:p>
                  </a:txBody>
                  <a:tcPr marL="6350" marR="6350" marT="6350" marB="0" anchor="ctr"/>
                </a:tc>
                <a:tc>
                  <a:txBody>
                    <a:bodyPr/>
                    <a:lstStyle/>
                    <a:p>
                      <a:pPr algn="just" fontAlgn="ctr">
                        <a:buNone/>
                      </a:pPr>
                      <a:r>
                        <a:rPr lang="en-IN" sz="1600" b="1" i="0" u="none" strike="noStrike">
                          <a:solidFill>
                            <a:srgbClr val="000000"/>
                          </a:solidFill>
                          <a:effectLst/>
                          <a:latin typeface="Times New Roman" panose="02020603050405020304" pitchFamily="18" charset="0"/>
                        </a:rPr>
                        <a:t>176 ± 9.1</a:t>
                      </a:r>
                    </a:p>
                  </a:txBody>
                  <a:tcPr marL="6350" marR="6350" marT="6350" marB="0" anchor="ctr"/>
                </a:tc>
                <a:tc>
                  <a:txBody>
                    <a:bodyPr/>
                    <a:lstStyle/>
                    <a:p>
                      <a:pPr algn="just" fontAlgn="ctr">
                        <a:buNone/>
                      </a:pPr>
                      <a:r>
                        <a:rPr lang="en-IN" sz="1600" b="1" i="0" u="none" strike="noStrike">
                          <a:solidFill>
                            <a:srgbClr val="000000"/>
                          </a:solidFill>
                          <a:effectLst/>
                          <a:latin typeface="Times New Roman" panose="02020603050405020304" pitchFamily="18" charset="0"/>
                        </a:rPr>
                        <a:t>87.6 ± 1</a:t>
                      </a:r>
                    </a:p>
                  </a:txBody>
                  <a:tcPr marL="6350" marR="6350" marT="6350" marB="0" anchor="ctr"/>
                </a:tc>
                <a:tc>
                  <a:txBody>
                    <a:bodyPr/>
                    <a:lstStyle/>
                    <a:p>
                      <a:pPr algn="just" fontAlgn="ctr">
                        <a:buNone/>
                      </a:pPr>
                      <a:r>
                        <a:rPr lang="en-IN" sz="1600" b="1" i="0" u="none" strike="noStrike">
                          <a:solidFill>
                            <a:srgbClr val="000000"/>
                          </a:solidFill>
                          <a:effectLst/>
                          <a:latin typeface="Times New Roman" panose="02020603050405020304" pitchFamily="18" charset="0"/>
                        </a:rPr>
                        <a:t>38.03 ± 0.55</a:t>
                      </a:r>
                    </a:p>
                  </a:txBody>
                  <a:tcPr marL="6350" marR="6350" marT="6350" marB="0" anchor="ctr"/>
                </a:tc>
                <a:tc>
                  <a:txBody>
                    <a:bodyPr/>
                    <a:lstStyle/>
                    <a:p>
                      <a:pPr algn="just" fontAlgn="ctr">
                        <a:buNone/>
                      </a:pPr>
                      <a:r>
                        <a:rPr lang="en-IN" sz="1600" b="1" i="0" u="none" strike="noStrike" dirty="0">
                          <a:solidFill>
                            <a:srgbClr val="000000"/>
                          </a:solidFill>
                          <a:effectLst/>
                          <a:latin typeface="Times New Roman" panose="02020603050405020304" pitchFamily="18" charset="0"/>
                        </a:rPr>
                        <a:t>9.58 ± 0.37</a:t>
                      </a:r>
                    </a:p>
                  </a:txBody>
                  <a:tcPr marL="6350" marR="6350" marT="6350" marB="0" anchor="ctr"/>
                </a:tc>
                <a:tc>
                  <a:txBody>
                    <a:bodyPr/>
                    <a:lstStyle/>
                    <a:p>
                      <a:pPr algn="just" fontAlgn="ctr">
                        <a:buNone/>
                      </a:pPr>
                      <a:r>
                        <a:rPr lang="en-IN" sz="1600" b="1" i="0" u="none" strike="noStrike" dirty="0">
                          <a:solidFill>
                            <a:srgbClr val="000000"/>
                          </a:solidFill>
                          <a:effectLst/>
                          <a:latin typeface="Times New Roman" panose="02020603050405020304" pitchFamily="18" charset="0"/>
                        </a:rPr>
                        <a:t>64 ± 2.87</a:t>
                      </a:r>
                    </a:p>
                  </a:txBody>
                  <a:tcPr marL="6350" marR="6350" marT="6350" marB="0" anchor="ctr"/>
                </a:tc>
                <a:tc>
                  <a:txBody>
                    <a:bodyPr/>
                    <a:lstStyle/>
                    <a:p>
                      <a:pPr algn="just" fontAlgn="ctr">
                        <a:buNone/>
                      </a:pPr>
                      <a:r>
                        <a:rPr lang="en-IN" sz="1600" b="1" i="0" u="none" strike="noStrike" dirty="0">
                          <a:solidFill>
                            <a:srgbClr val="000000"/>
                          </a:solidFill>
                          <a:effectLst/>
                          <a:latin typeface="Times New Roman" panose="02020603050405020304" pitchFamily="18" charset="0"/>
                        </a:rPr>
                        <a:t>1334.8 ± 63.6</a:t>
                      </a:r>
                    </a:p>
                  </a:txBody>
                  <a:tcPr marL="6350" marR="6350" marT="6350" marB="0" anchor="ctr"/>
                </a:tc>
                <a:extLst>
                  <a:ext uri="{0D108BD9-81ED-4DB2-BD59-A6C34878D82A}">
                    <a16:rowId xmlns:a16="http://schemas.microsoft.com/office/drawing/2014/main" val="2060144541"/>
                  </a:ext>
                </a:extLst>
              </a:tr>
            </a:tbl>
          </a:graphicData>
        </a:graphic>
      </p:graphicFrame>
    </p:spTree>
    <p:extLst>
      <p:ext uri="{BB962C8B-B14F-4D97-AF65-F5344CB8AC3E}">
        <p14:creationId xmlns:p14="http://schemas.microsoft.com/office/powerpoint/2010/main" val="12246180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69078D9-8B03-089B-F40D-A4C507C2AAB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970396" y="3616696"/>
            <a:ext cx="4320000" cy="2891971"/>
          </a:xfrm>
          <a:prstGeom prst="rect">
            <a:avLst/>
          </a:prstGeom>
        </p:spPr>
      </p:pic>
      <p:pic>
        <p:nvPicPr>
          <p:cNvPr id="7" name="Picture 6">
            <a:extLst>
              <a:ext uri="{FF2B5EF4-FFF2-40B4-BE49-F238E27FC236}">
                <a16:creationId xmlns:a16="http://schemas.microsoft.com/office/drawing/2014/main" id="{D1D75F97-81F0-0F91-86FA-15303C5F8B9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08918" y="3670625"/>
            <a:ext cx="4320000" cy="2838042"/>
          </a:xfrm>
          <a:prstGeom prst="rect">
            <a:avLst/>
          </a:prstGeom>
        </p:spPr>
      </p:pic>
      <p:pic>
        <p:nvPicPr>
          <p:cNvPr id="9" name="Picture 8">
            <a:extLst>
              <a:ext uri="{FF2B5EF4-FFF2-40B4-BE49-F238E27FC236}">
                <a16:creationId xmlns:a16="http://schemas.microsoft.com/office/drawing/2014/main" id="{39F455F6-F485-D139-7A6B-55915732E34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08918" y="560307"/>
            <a:ext cx="4320000" cy="2977550"/>
          </a:xfrm>
          <a:prstGeom prst="rect">
            <a:avLst/>
          </a:prstGeom>
        </p:spPr>
      </p:pic>
      <p:pic>
        <p:nvPicPr>
          <p:cNvPr id="11" name="Picture 10">
            <a:extLst>
              <a:ext uri="{FF2B5EF4-FFF2-40B4-BE49-F238E27FC236}">
                <a16:creationId xmlns:a16="http://schemas.microsoft.com/office/drawing/2014/main" id="{57C936E8-4FE2-1867-65E0-B2E9AFCC162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70396" y="364141"/>
            <a:ext cx="4320000" cy="2877164"/>
          </a:xfrm>
          <a:prstGeom prst="rect">
            <a:avLst/>
          </a:prstGeom>
        </p:spPr>
      </p:pic>
    </p:spTree>
    <p:extLst>
      <p:ext uri="{BB962C8B-B14F-4D97-AF65-F5344CB8AC3E}">
        <p14:creationId xmlns:p14="http://schemas.microsoft.com/office/powerpoint/2010/main" val="27236874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97F34F9-F7CE-4D62-8F8B-2E98B03947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1AEC8AF-1896-43A9-BF10-CE06FD2544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E199BD9-A6EE-4972-BFB5-2AAE28288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0919" y="157606"/>
            <a:ext cx="11870161" cy="65427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91EF52E-9C15-78E5-DDD5-D0C2E5CA4B5C}"/>
              </a:ext>
            </a:extLst>
          </p:cNvPr>
          <p:cNvSpPr>
            <a:spLocks noGrp="1"/>
          </p:cNvSpPr>
          <p:nvPr>
            <p:ph type="title"/>
          </p:nvPr>
        </p:nvSpPr>
        <p:spPr>
          <a:xfrm>
            <a:off x="1324533" y="1066798"/>
            <a:ext cx="3301255" cy="2668172"/>
          </a:xfrm>
        </p:spPr>
        <p:txBody>
          <a:bodyPr anchor="b">
            <a:normAutofit/>
          </a:bodyPr>
          <a:lstStyle/>
          <a:p>
            <a:pPr algn="ctr"/>
            <a:r>
              <a:rPr lang="en-IN" dirty="0"/>
              <a:t>LIMITATIONS</a:t>
            </a:r>
            <a:endParaRPr lang="en-IN"/>
          </a:p>
        </p:txBody>
      </p:sp>
      <p:sp>
        <p:nvSpPr>
          <p:cNvPr id="3" name="Content Placeholder 2">
            <a:extLst>
              <a:ext uri="{FF2B5EF4-FFF2-40B4-BE49-F238E27FC236}">
                <a16:creationId xmlns:a16="http://schemas.microsoft.com/office/drawing/2014/main" id="{04C4AF65-0E41-CD2E-C05D-F35E539B5237}"/>
              </a:ext>
            </a:extLst>
          </p:cNvPr>
          <p:cNvSpPr>
            <a:spLocks noGrp="1"/>
          </p:cNvSpPr>
          <p:nvPr>
            <p:ph idx="1"/>
          </p:nvPr>
        </p:nvSpPr>
        <p:spPr>
          <a:xfrm>
            <a:off x="5952974" y="1066799"/>
            <a:ext cx="5172227" cy="4696495"/>
          </a:xfrm>
        </p:spPr>
        <p:txBody>
          <a:bodyPr anchor="ctr">
            <a:normAutofit/>
          </a:bodyPr>
          <a:lstStyle/>
          <a:p>
            <a:pPr marL="342900" lvl="0" indent="-342900">
              <a:buFont typeface="Arial" panose="020B0604020202020204" pitchFamily="34" charset="0"/>
              <a:buChar char="•"/>
            </a:pPr>
            <a:r>
              <a:rPr lang="en-IN" dirty="0"/>
              <a:t>Controlled and simplified </a:t>
            </a:r>
            <a:r>
              <a:rPr lang="en-IN" b="1" dirty="0"/>
              <a:t>finance sandbox</a:t>
            </a:r>
            <a:r>
              <a:rPr lang="en-IN" dirty="0"/>
              <a:t> </a:t>
            </a:r>
          </a:p>
          <a:p>
            <a:pPr marL="342900" indent="-342900">
              <a:buFont typeface="Arial" panose="020B0604020202020204" pitchFamily="34" charset="0"/>
              <a:buChar char="•"/>
            </a:pPr>
            <a:r>
              <a:rPr lang="en-IN" dirty="0"/>
              <a:t>Limited </a:t>
            </a:r>
            <a:r>
              <a:rPr lang="en-IN" b="1" dirty="0"/>
              <a:t>task and scenario diversity, </a:t>
            </a:r>
            <a:r>
              <a:rPr lang="en-IN" dirty="0"/>
              <a:t>Tested only with </a:t>
            </a:r>
            <a:r>
              <a:rPr lang="en-IN" b="1" dirty="0"/>
              <a:t>PPO and Llama 3</a:t>
            </a:r>
            <a:r>
              <a:rPr lang="en-IN" dirty="0"/>
              <a:t> </a:t>
            </a:r>
          </a:p>
          <a:p>
            <a:pPr marL="342900" lvl="0" indent="-342900">
              <a:buFont typeface="Arial" panose="020B0604020202020204" pitchFamily="34" charset="0"/>
              <a:buChar char="•"/>
            </a:pPr>
            <a:r>
              <a:rPr lang="en-IN" b="1" dirty="0"/>
              <a:t>Forward-only procedural progression</a:t>
            </a:r>
            <a:r>
              <a:rPr lang="en-IN" dirty="0"/>
              <a:t> with limited backtracking/replanning </a:t>
            </a:r>
          </a:p>
          <a:p>
            <a:pPr marL="342900" lvl="0" indent="-342900">
              <a:buFont typeface="Arial" panose="020B0604020202020204" pitchFamily="34" charset="0"/>
              <a:buChar char="•"/>
            </a:pPr>
            <a:r>
              <a:rPr lang="en-IN" dirty="0"/>
              <a:t>LLM behaviour depends on </a:t>
            </a:r>
            <a:r>
              <a:rPr lang="en-IN" b="1" dirty="0"/>
              <a:t>manually engineered prompts</a:t>
            </a:r>
            <a:r>
              <a:rPr lang="en-IN" dirty="0"/>
              <a:t> </a:t>
            </a:r>
          </a:p>
          <a:p>
            <a:pPr marL="342900" lvl="0" indent="-342900">
              <a:buFont typeface="Arial" panose="020B0604020202020204" pitchFamily="34" charset="0"/>
              <a:buChar char="•"/>
            </a:pPr>
            <a:r>
              <a:rPr lang="en-IN" dirty="0"/>
              <a:t>LLM guidance introduces </a:t>
            </a:r>
            <a:r>
              <a:rPr lang="en-IN" b="1" dirty="0"/>
              <a:t>additional computational overhead</a:t>
            </a:r>
            <a:endParaRPr lang="en-IN" dirty="0"/>
          </a:p>
          <a:p>
            <a:endParaRPr lang="en-IN" dirty="0"/>
          </a:p>
        </p:txBody>
      </p:sp>
      <p:grpSp>
        <p:nvGrpSpPr>
          <p:cNvPr id="14" name="Group 13">
            <a:extLst>
              <a:ext uri="{FF2B5EF4-FFF2-40B4-BE49-F238E27FC236}">
                <a16:creationId xmlns:a16="http://schemas.microsoft.com/office/drawing/2014/main" id="{1148C992-36DE-4449-B92D-49AE04B5DE2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541417" y="4244117"/>
            <a:ext cx="867485" cy="115439"/>
            <a:chOff x="8910933" y="1861308"/>
            <a:chExt cx="867485" cy="115439"/>
          </a:xfrm>
        </p:grpSpPr>
        <p:sp>
          <p:nvSpPr>
            <p:cNvPr id="15" name="Rectangle 14">
              <a:extLst>
                <a:ext uri="{FF2B5EF4-FFF2-40B4-BE49-F238E27FC236}">
                  <a16:creationId xmlns:a16="http://schemas.microsoft.com/office/drawing/2014/main" id="{D765B2C1-DF41-437F-9F2D-C33E46FA26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B6AA37ED-ED19-4857-9B2C-777E8F707C6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C45F6E87-86FB-440C-9EB4-A48D11C72CF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672364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7B4854C3-58CC-4A2C-B4CA-926819F0C2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7B6FD5C0-E257-4B9E-9413-27A374F07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17081" cy="6858000"/>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5">
            <a:extLst>
              <a:ext uri="{FF2B5EF4-FFF2-40B4-BE49-F238E27FC236}">
                <a16:creationId xmlns:a16="http://schemas.microsoft.com/office/drawing/2014/main" id="{FA7B9933-15AE-4ACB-B091-21C9F38533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9240" y="1028700"/>
            <a:ext cx="4038600" cy="4841072"/>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6096000 w 6096000"/>
              <a:gd name="connsiteY2" fmla="*/ 6858000 h 6858000"/>
              <a:gd name="connsiteX3" fmla="*/ 3058886 w 6096000"/>
              <a:gd name="connsiteY3" fmla="*/ 6858000 h 6858000"/>
              <a:gd name="connsiteX4" fmla="*/ 0 w 6096000"/>
              <a:gd name="connsiteY4" fmla="*/ 6858000 h 6858000"/>
              <a:gd name="connsiteX5" fmla="*/ 0 w 6096000"/>
              <a:gd name="connsiteY5" fmla="*/ 0 h 6858000"/>
              <a:gd name="connsiteX0" fmla="*/ 0 w 6096000"/>
              <a:gd name="connsiteY0" fmla="*/ 0 h 6858000"/>
              <a:gd name="connsiteX1" fmla="*/ 6096000 w 6096000"/>
              <a:gd name="connsiteY1" fmla="*/ 0 h 6858000"/>
              <a:gd name="connsiteX2" fmla="*/ 6096000 w 6096000"/>
              <a:gd name="connsiteY2" fmla="*/ 6858000 h 6858000"/>
              <a:gd name="connsiteX3" fmla="*/ 3037115 w 6096000"/>
              <a:gd name="connsiteY3" fmla="*/ 5889172 h 6858000"/>
              <a:gd name="connsiteX4" fmla="*/ 0 w 6096000"/>
              <a:gd name="connsiteY4" fmla="*/ 6858000 h 6858000"/>
              <a:gd name="connsiteX5" fmla="*/ 0 w 6096000"/>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6000" h="6858000">
                <a:moveTo>
                  <a:pt x="0" y="0"/>
                </a:moveTo>
                <a:lnTo>
                  <a:pt x="6096000" y="0"/>
                </a:lnTo>
                <a:lnTo>
                  <a:pt x="6096000" y="6858000"/>
                </a:lnTo>
                <a:lnTo>
                  <a:pt x="3037115" y="5889172"/>
                </a:lnTo>
                <a:lnTo>
                  <a:pt x="0" y="6858000"/>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2" name="Group 21">
            <a:extLst>
              <a:ext uri="{FF2B5EF4-FFF2-40B4-BE49-F238E27FC236}">
                <a16:creationId xmlns:a16="http://schemas.microsoft.com/office/drawing/2014/main" id="{DE57BB50-0A5D-4AD7-87AB-5904B788BC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624798" y="4550150"/>
            <a:ext cx="867485" cy="115439"/>
            <a:chOff x="8910933" y="1861308"/>
            <a:chExt cx="867485" cy="115439"/>
          </a:xfrm>
        </p:grpSpPr>
        <p:sp>
          <p:nvSpPr>
            <p:cNvPr id="23" name="Rectangle 22">
              <a:extLst>
                <a:ext uri="{FF2B5EF4-FFF2-40B4-BE49-F238E27FC236}">
                  <a16:creationId xmlns:a16="http://schemas.microsoft.com/office/drawing/2014/main" id="{1CD5E7CE-8430-4ED8-87F2-AF5C660CF2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D4A1AC28-5B9C-4D41-95E9-675EDF3F4BF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E446F29-8D76-46EF-B0AF-41066F65AA7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2FE1B8A8-FCBD-40FC-8716-B16D0DAF181F}"/>
              </a:ext>
            </a:extLst>
          </p:cNvPr>
          <p:cNvSpPr>
            <a:spLocks noGrp="1"/>
          </p:cNvSpPr>
          <p:nvPr>
            <p:ph type="title"/>
          </p:nvPr>
        </p:nvSpPr>
        <p:spPr>
          <a:xfrm>
            <a:off x="1373858" y="1351429"/>
            <a:ext cx="3369365" cy="2871320"/>
          </a:xfrm>
        </p:spPr>
        <p:txBody>
          <a:bodyPr anchor="ctr">
            <a:normAutofit/>
          </a:bodyPr>
          <a:lstStyle/>
          <a:p>
            <a:pPr algn="ctr"/>
            <a:r>
              <a:rPr lang="en-IN"/>
              <a:t>CONCLUSION</a:t>
            </a:r>
          </a:p>
        </p:txBody>
      </p:sp>
      <p:sp>
        <p:nvSpPr>
          <p:cNvPr id="3" name="Content Placeholder 2">
            <a:extLst>
              <a:ext uri="{FF2B5EF4-FFF2-40B4-BE49-F238E27FC236}">
                <a16:creationId xmlns:a16="http://schemas.microsoft.com/office/drawing/2014/main" id="{F915A4E5-EBB6-0E38-70A5-4CCD8E488835}"/>
              </a:ext>
            </a:extLst>
          </p:cNvPr>
          <p:cNvSpPr>
            <a:spLocks noGrp="1"/>
          </p:cNvSpPr>
          <p:nvPr>
            <p:ph idx="1"/>
          </p:nvPr>
        </p:nvSpPr>
        <p:spPr>
          <a:xfrm>
            <a:off x="7004988" y="865954"/>
            <a:ext cx="4306928" cy="5131235"/>
          </a:xfrm>
        </p:spPr>
        <p:txBody>
          <a:bodyPr anchor="ctr">
            <a:normAutofit/>
          </a:bodyPr>
          <a:lstStyle/>
          <a:p>
            <a:pPr marL="342900" lvl="0" indent="-342900" algn="ctr">
              <a:lnSpc>
                <a:spcPct val="100000"/>
              </a:lnSpc>
              <a:buFont typeface="Arial" panose="020B0604020202020204" pitchFamily="34" charset="0"/>
              <a:buChar char="•"/>
            </a:pPr>
            <a:r>
              <a:rPr lang="en-IN" sz="1700" b="1"/>
              <a:t>LLM guidance was most effective when used through both policy input and reward shaping</a:t>
            </a:r>
            <a:r>
              <a:rPr lang="en-IN" sz="1700"/>
              <a:t> </a:t>
            </a:r>
          </a:p>
          <a:p>
            <a:pPr marL="342900" lvl="0" indent="-342900" algn="ctr">
              <a:lnSpc>
                <a:spcPct val="100000"/>
              </a:lnSpc>
              <a:buFont typeface="Arial" panose="020B0604020202020204" pitchFamily="34" charset="0"/>
              <a:buChar char="•"/>
            </a:pPr>
            <a:r>
              <a:rPr lang="en-IN" sz="1700" b="1"/>
              <a:t>Training success was broadly similar</a:t>
            </a:r>
            <a:r>
              <a:rPr lang="en-IN" sz="1700"/>
              <a:t> across all configurations, </a:t>
            </a:r>
            <a:r>
              <a:rPr lang="en-IN" sz="1700" b="1"/>
              <a:t>Main improvement appeared during deterministic evaluation</a:t>
            </a:r>
            <a:r>
              <a:rPr lang="en-IN" sz="1700"/>
              <a:t>, not during training. LLM Input + Reward achieved the most reliable performance</a:t>
            </a:r>
          </a:p>
          <a:p>
            <a:pPr marL="342900" lvl="0" indent="-342900" algn="ctr">
              <a:lnSpc>
                <a:spcPct val="100000"/>
              </a:lnSpc>
              <a:buFont typeface="Arial" panose="020B0604020202020204" pitchFamily="34" charset="0"/>
              <a:buChar char="•"/>
            </a:pPr>
            <a:r>
              <a:rPr lang="en-IN" sz="1700" b="1"/>
              <a:t>Combined guidance also reduced unnecessary evaluation steps</a:t>
            </a:r>
            <a:r>
              <a:rPr lang="en-IN" sz="1700"/>
              <a:t> </a:t>
            </a:r>
          </a:p>
          <a:p>
            <a:pPr marL="342900" lvl="0" indent="-342900" algn="ctr">
              <a:lnSpc>
                <a:spcPct val="100000"/>
              </a:lnSpc>
              <a:buFont typeface="Arial" panose="020B0604020202020204" pitchFamily="34" charset="0"/>
              <a:buChar char="•"/>
            </a:pPr>
            <a:r>
              <a:rPr lang="en-IN" sz="1700" b="1"/>
              <a:t>LLM guidance did not produce a major convergence-speed improvement</a:t>
            </a:r>
            <a:r>
              <a:rPr lang="en-IN" sz="1700"/>
              <a:t> </a:t>
            </a:r>
          </a:p>
          <a:p>
            <a:pPr marL="342900" lvl="0" indent="-342900" algn="ctr">
              <a:lnSpc>
                <a:spcPct val="100000"/>
              </a:lnSpc>
              <a:buFont typeface="Arial" panose="020B0604020202020204" pitchFamily="34" charset="0"/>
              <a:buChar char="•"/>
            </a:pPr>
            <a:r>
              <a:rPr lang="en-IN" sz="1700" b="1"/>
              <a:t>Main benefit was improved reliability, consistency and generalisation of the learned PPO policy</a:t>
            </a:r>
            <a:endParaRPr lang="en-IN" sz="1700"/>
          </a:p>
          <a:p>
            <a:pPr lvl="0" algn="ctr">
              <a:lnSpc>
                <a:spcPct val="100000"/>
              </a:lnSpc>
            </a:pPr>
            <a:endParaRPr lang="en-IN" sz="1700"/>
          </a:p>
          <a:p>
            <a:pPr algn="ctr">
              <a:lnSpc>
                <a:spcPct val="100000"/>
              </a:lnSpc>
            </a:pPr>
            <a:endParaRPr lang="en-IN" sz="1700"/>
          </a:p>
        </p:txBody>
      </p:sp>
    </p:spTree>
    <p:extLst>
      <p:ext uri="{BB962C8B-B14F-4D97-AF65-F5344CB8AC3E}">
        <p14:creationId xmlns:p14="http://schemas.microsoft.com/office/powerpoint/2010/main" val="29342733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B4854C3-58CC-4A2C-B4CA-926819F0C2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B6FD5C0-E257-4B9E-9413-27A374F07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17081" cy="6858000"/>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5">
            <a:extLst>
              <a:ext uri="{FF2B5EF4-FFF2-40B4-BE49-F238E27FC236}">
                <a16:creationId xmlns:a16="http://schemas.microsoft.com/office/drawing/2014/main" id="{FA7B9933-15AE-4ACB-B091-21C9F38533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9240" y="1028700"/>
            <a:ext cx="4038600" cy="4841072"/>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6096000 w 6096000"/>
              <a:gd name="connsiteY2" fmla="*/ 6858000 h 6858000"/>
              <a:gd name="connsiteX3" fmla="*/ 3058886 w 6096000"/>
              <a:gd name="connsiteY3" fmla="*/ 6858000 h 6858000"/>
              <a:gd name="connsiteX4" fmla="*/ 0 w 6096000"/>
              <a:gd name="connsiteY4" fmla="*/ 6858000 h 6858000"/>
              <a:gd name="connsiteX5" fmla="*/ 0 w 6096000"/>
              <a:gd name="connsiteY5" fmla="*/ 0 h 6858000"/>
              <a:gd name="connsiteX0" fmla="*/ 0 w 6096000"/>
              <a:gd name="connsiteY0" fmla="*/ 0 h 6858000"/>
              <a:gd name="connsiteX1" fmla="*/ 6096000 w 6096000"/>
              <a:gd name="connsiteY1" fmla="*/ 0 h 6858000"/>
              <a:gd name="connsiteX2" fmla="*/ 6096000 w 6096000"/>
              <a:gd name="connsiteY2" fmla="*/ 6858000 h 6858000"/>
              <a:gd name="connsiteX3" fmla="*/ 3037115 w 6096000"/>
              <a:gd name="connsiteY3" fmla="*/ 5889172 h 6858000"/>
              <a:gd name="connsiteX4" fmla="*/ 0 w 6096000"/>
              <a:gd name="connsiteY4" fmla="*/ 6858000 h 6858000"/>
              <a:gd name="connsiteX5" fmla="*/ 0 w 6096000"/>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6000" h="6858000">
                <a:moveTo>
                  <a:pt x="0" y="0"/>
                </a:moveTo>
                <a:lnTo>
                  <a:pt x="6096000" y="0"/>
                </a:lnTo>
                <a:lnTo>
                  <a:pt x="6096000" y="6858000"/>
                </a:lnTo>
                <a:lnTo>
                  <a:pt x="3037115" y="5889172"/>
                </a:lnTo>
                <a:lnTo>
                  <a:pt x="0" y="6858000"/>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DE57BB50-0A5D-4AD7-87AB-5904B788BC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624798" y="4550150"/>
            <a:ext cx="867485" cy="115439"/>
            <a:chOff x="8910933" y="1861308"/>
            <a:chExt cx="867485" cy="115439"/>
          </a:xfrm>
        </p:grpSpPr>
        <p:sp>
          <p:nvSpPr>
            <p:cNvPr id="15" name="Rectangle 14">
              <a:extLst>
                <a:ext uri="{FF2B5EF4-FFF2-40B4-BE49-F238E27FC236}">
                  <a16:creationId xmlns:a16="http://schemas.microsoft.com/office/drawing/2014/main" id="{1CD5E7CE-8430-4ED8-87F2-AF5C660CF2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D4A1AC28-5B9C-4D41-95E9-675EDF3F4BF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E446F29-8D76-46EF-B0AF-41066F65AA7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D9497439-8DE8-35EE-BDFC-667FAC8BCA73}"/>
              </a:ext>
            </a:extLst>
          </p:cNvPr>
          <p:cNvSpPr>
            <a:spLocks noGrp="1"/>
          </p:cNvSpPr>
          <p:nvPr>
            <p:ph type="title"/>
          </p:nvPr>
        </p:nvSpPr>
        <p:spPr>
          <a:xfrm>
            <a:off x="1373858" y="1351429"/>
            <a:ext cx="3369365" cy="2871320"/>
          </a:xfrm>
        </p:spPr>
        <p:txBody>
          <a:bodyPr anchor="ctr">
            <a:normAutofit/>
          </a:bodyPr>
          <a:lstStyle/>
          <a:p>
            <a:pPr algn="ctr"/>
            <a:r>
              <a:rPr lang="en-IN" dirty="0"/>
              <a:t>FUTURE WORKS</a:t>
            </a:r>
            <a:endParaRPr lang="en-IN"/>
          </a:p>
        </p:txBody>
      </p:sp>
      <p:sp>
        <p:nvSpPr>
          <p:cNvPr id="3" name="Content Placeholder 2">
            <a:extLst>
              <a:ext uri="{FF2B5EF4-FFF2-40B4-BE49-F238E27FC236}">
                <a16:creationId xmlns:a16="http://schemas.microsoft.com/office/drawing/2014/main" id="{F604DC85-07D2-1B55-39ED-AB10675F26A5}"/>
              </a:ext>
            </a:extLst>
          </p:cNvPr>
          <p:cNvSpPr>
            <a:spLocks noGrp="1"/>
          </p:cNvSpPr>
          <p:nvPr>
            <p:ph idx="1"/>
          </p:nvPr>
        </p:nvSpPr>
        <p:spPr>
          <a:xfrm>
            <a:off x="7004988" y="865954"/>
            <a:ext cx="4306928" cy="5131235"/>
          </a:xfrm>
        </p:spPr>
        <p:txBody>
          <a:bodyPr anchor="ctr">
            <a:normAutofit/>
          </a:bodyPr>
          <a:lstStyle/>
          <a:p>
            <a:pPr marL="342900" lvl="0" indent="-342900" algn="ctr">
              <a:buFont typeface="Arial" panose="020B0604020202020204" pitchFamily="34" charset="0"/>
              <a:buChar char="•"/>
            </a:pPr>
            <a:r>
              <a:rPr lang="en-IN" dirty="0"/>
              <a:t>Dynamic replanning and backtracking </a:t>
            </a:r>
          </a:p>
          <a:p>
            <a:pPr marL="342900" lvl="0" indent="-342900" algn="ctr">
              <a:buFont typeface="Arial" panose="020B0604020202020204" pitchFamily="34" charset="0"/>
              <a:buChar char="•"/>
            </a:pPr>
            <a:r>
              <a:rPr lang="en-IN" dirty="0"/>
              <a:t>Adaptive LLM guidance </a:t>
            </a:r>
          </a:p>
          <a:p>
            <a:pPr marL="342900" lvl="0" indent="-342900" algn="ctr">
              <a:buFont typeface="Arial" panose="020B0604020202020204" pitchFamily="34" charset="0"/>
              <a:buChar char="•"/>
            </a:pPr>
            <a:r>
              <a:rPr lang="en-IN" dirty="0"/>
              <a:t>Identify where Input vs Reward guidance is most useful </a:t>
            </a:r>
          </a:p>
          <a:p>
            <a:pPr marL="342900" lvl="0" indent="-342900" algn="ctr">
              <a:buFont typeface="Arial" panose="020B0604020202020204" pitchFamily="34" charset="0"/>
              <a:buChar char="•"/>
            </a:pPr>
            <a:r>
              <a:rPr lang="en-IN" dirty="0"/>
              <a:t>Systematic prompt optimisation </a:t>
            </a:r>
          </a:p>
          <a:p>
            <a:pPr marL="342900" lvl="0" indent="-342900" algn="ctr">
              <a:buFont typeface="Arial" panose="020B0604020202020204" pitchFamily="34" charset="0"/>
              <a:buChar char="•"/>
            </a:pPr>
            <a:r>
              <a:rPr lang="en-IN" dirty="0"/>
              <a:t>Evaluate more complex environments, LLMs and RL algorithms</a:t>
            </a:r>
          </a:p>
          <a:p>
            <a:pPr marL="342900" lvl="0" indent="-342900" algn="ctr">
              <a:buFont typeface="Arial" panose="020B0604020202020204" pitchFamily="34" charset="0"/>
              <a:buChar char="•"/>
            </a:pPr>
            <a:r>
              <a:rPr lang="en-IN" dirty="0"/>
              <a:t>Develop and evaluate a real-world autonomous finance agent</a:t>
            </a:r>
          </a:p>
          <a:p>
            <a:pPr algn="ctr"/>
            <a:endParaRPr lang="en-IN" dirty="0"/>
          </a:p>
        </p:txBody>
      </p:sp>
    </p:spTree>
    <p:extLst>
      <p:ext uri="{BB962C8B-B14F-4D97-AF65-F5344CB8AC3E}">
        <p14:creationId xmlns:p14="http://schemas.microsoft.com/office/powerpoint/2010/main" val="40707369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3E7FB-4312-B980-F802-6ED0764FE252}"/>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a16="http://schemas.microsoft.com/office/drawing/2014/main" id="{C2CF4BAF-3B50-478A-3DD5-1E4413F5FC6C}"/>
              </a:ext>
            </a:extLst>
          </p:cNvPr>
          <p:cNvSpPr>
            <a:spLocks noGrp="1"/>
          </p:cNvSpPr>
          <p:nvPr>
            <p:ph idx="1"/>
          </p:nvPr>
        </p:nvSpPr>
        <p:spPr/>
        <p:txBody>
          <a:bodyPr>
            <a:normAutofit fontScale="47500" lnSpcReduction="20000"/>
          </a:bodyPr>
          <a:lstStyle/>
          <a:p>
            <a:r>
              <a:rPr lang="en-US" dirty="0"/>
              <a:t>Ahmad, A. et al., 2024. </a:t>
            </a:r>
            <a:r>
              <a:rPr lang="en-US" i="1" dirty="0"/>
              <a:t>Accelerating Proximal Policy Optimization Learning Using Task Prediction for Solving Environments with Delayed Rewards, </a:t>
            </a:r>
            <a:r>
              <a:rPr lang="en-US" dirty="0" err="1"/>
              <a:t>s.l.</a:t>
            </a:r>
            <a:r>
              <a:rPr lang="en-US" dirty="0"/>
              <a:t>: </a:t>
            </a:r>
            <a:r>
              <a:rPr lang="en-US" dirty="0" err="1"/>
              <a:t>s.n</a:t>
            </a:r>
            <a:r>
              <a:rPr lang="en-US" dirty="0"/>
              <a:t>. </a:t>
            </a:r>
          </a:p>
          <a:p>
            <a:r>
              <a:rPr lang="en-US" dirty="0"/>
              <a:t>Ahn, M. et al., 2022. </a:t>
            </a:r>
            <a:r>
              <a:rPr lang="en-US" i="1" dirty="0"/>
              <a:t>Do As I Can, Not As I Say: Grounding Language in Robotic Affordances, </a:t>
            </a:r>
            <a:r>
              <a:rPr lang="en-US" dirty="0" err="1"/>
              <a:t>s.l.</a:t>
            </a:r>
            <a:r>
              <a:rPr lang="en-US" dirty="0"/>
              <a:t>: </a:t>
            </a:r>
            <a:r>
              <a:rPr lang="en-US" dirty="0" err="1"/>
              <a:t>s.n</a:t>
            </a:r>
            <a:r>
              <a:rPr lang="en-US" dirty="0"/>
              <a:t>. </a:t>
            </a:r>
          </a:p>
          <a:p>
            <a:r>
              <a:rPr lang="en-US" dirty="0"/>
              <a:t>Carta, T. et al., 2023. </a:t>
            </a:r>
            <a:r>
              <a:rPr lang="en-US" i="1" dirty="0"/>
              <a:t>Grounding Large Language Models in Interactive Environments with Online Reinforcement Learning. </a:t>
            </a:r>
            <a:r>
              <a:rPr lang="en-US" dirty="0" err="1"/>
              <a:t>s.l.</a:t>
            </a:r>
            <a:r>
              <a:rPr lang="en-US" dirty="0"/>
              <a:t>, PMLR, pp. 3676-3713. 9 </a:t>
            </a:r>
            <a:endParaRPr lang="en-IN" dirty="0"/>
          </a:p>
          <a:p>
            <a:r>
              <a:rPr lang="en-US" dirty="0" err="1"/>
              <a:t>Grattafiori</a:t>
            </a:r>
            <a:r>
              <a:rPr lang="en-US" dirty="0"/>
              <a:t>, A. et al., 2024. </a:t>
            </a:r>
            <a:r>
              <a:rPr lang="en-US" i="1" dirty="0"/>
              <a:t>The Llama 3 Herd of Models, </a:t>
            </a:r>
            <a:r>
              <a:rPr lang="en-US" dirty="0" err="1"/>
              <a:t>s.l.</a:t>
            </a:r>
            <a:r>
              <a:rPr lang="en-US" dirty="0"/>
              <a:t>: </a:t>
            </a:r>
            <a:r>
              <a:rPr lang="en-US" dirty="0" err="1"/>
              <a:t>s.n</a:t>
            </a:r>
            <a:r>
              <a:rPr lang="en-US" dirty="0"/>
              <a:t>. </a:t>
            </a:r>
          </a:p>
          <a:p>
            <a:r>
              <a:rPr lang="en-IN" dirty="0" err="1"/>
              <a:t>Lidayan</a:t>
            </a:r>
            <a:r>
              <a:rPr lang="en-IN" dirty="0"/>
              <a:t>, A., Dennis, M. &amp; Russell, S., 2025. </a:t>
            </a:r>
            <a:r>
              <a:rPr lang="en-IN" i="1" dirty="0"/>
              <a:t>BAMDP Shaping: a Unified Framework for Intrinsic Motivation and Reward Shaping. </a:t>
            </a:r>
            <a:r>
              <a:rPr lang="en-IN" dirty="0" err="1"/>
              <a:t>s.l.</a:t>
            </a:r>
            <a:r>
              <a:rPr lang="en-IN" dirty="0"/>
              <a:t>, ICLR, pp. 19005-19034. </a:t>
            </a:r>
          </a:p>
          <a:p>
            <a:r>
              <a:rPr lang="en-US" dirty="0"/>
              <a:t>Liu, X. et al., 2025. </a:t>
            </a:r>
            <a:r>
              <a:rPr lang="en-US" i="1" dirty="0" err="1"/>
              <a:t>AgentBench</a:t>
            </a:r>
            <a:r>
              <a:rPr lang="en-US" i="1" dirty="0"/>
              <a:t>: Evaluating LLMs as Agents, </a:t>
            </a:r>
            <a:r>
              <a:rPr lang="en-US" dirty="0" err="1"/>
              <a:t>s.l.</a:t>
            </a:r>
            <a:r>
              <a:rPr lang="en-US" dirty="0"/>
              <a:t>: </a:t>
            </a:r>
            <a:r>
              <a:rPr lang="en-US" dirty="0" err="1"/>
              <a:t>s.n</a:t>
            </a:r>
            <a:r>
              <a:rPr lang="en-US" dirty="0"/>
              <a:t>. </a:t>
            </a:r>
          </a:p>
          <a:p>
            <a:r>
              <a:rPr lang="en-US" dirty="0"/>
              <a:t>Ma, H. et al., 2024. </a:t>
            </a:r>
            <a:r>
              <a:rPr lang="en-US" i="1" dirty="0"/>
              <a:t>Reward Shaping for Reinforcement Learning with An Assistant Reward Agent. </a:t>
            </a:r>
            <a:r>
              <a:rPr lang="en-US" dirty="0" err="1"/>
              <a:t>s.l.</a:t>
            </a:r>
            <a:r>
              <a:rPr lang="en-US" dirty="0"/>
              <a:t>, </a:t>
            </a:r>
            <a:r>
              <a:rPr lang="en-US" dirty="0" err="1"/>
              <a:t>s.n</a:t>
            </a:r>
            <a:r>
              <a:rPr lang="en-US" dirty="0"/>
              <a:t>. </a:t>
            </a:r>
          </a:p>
          <a:p>
            <a:r>
              <a:rPr lang="en-IN" dirty="0" err="1"/>
              <a:t>Minoshima</a:t>
            </a:r>
            <a:r>
              <a:rPr lang="en-IN" dirty="0"/>
              <a:t>, Kota; Arai, Sachiyo, 2026. Autonomous Reward Shaping via Self-Generated Trajectories for Sparse-Reward Reinforcement Learning. </a:t>
            </a:r>
            <a:r>
              <a:rPr lang="en-IN" i="1" dirty="0"/>
              <a:t>IEEE Access, </a:t>
            </a:r>
            <a:r>
              <a:rPr lang="en-IN" dirty="0"/>
              <a:t>Volume 14, pp. 33890-33907. </a:t>
            </a:r>
          </a:p>
          <a:p>
            <a:r>
              <a:rPr lang="en-US" dirty="0"/>
              <a:t>Peng, J. et al., 2026. </a:t>
            </a:r>
            <a:r>
              <a:rPr lang="en-US" i="1" dirty="0" err="1"/>
              <a:t>HiPER</a:t>
            </a:r>
            <a:r>
              <a:rPr lang="en-US" i="1" dirty="0"/>
              <a:t>: Hierarchical Reinforcement Learning with Explicit Credit Assignment for Large Language Model Agents. </a:t>
            </a:r>
            <a:r>
              <a:rPr lang="en-US" dirty="0"/>
              <a:t>s.l.:</a:t>
            </a:r>
            <a:r>
              <a:rPr lang="en-US" dirty="0" err="1"/>
              <a:t>s.n</a:t>
            </a:r>
            <a:r>
              <a:rPr lang="en-US" dirty="0"/>
              <a:t>. </a:t>
            </a:r>
          </a:p>
          <a:p>
            <a:r>
              <a:rPr lang="en-IN" dirty="0"/>
              <a:t>Schulman, J. et al., 2017. </a:t>
            </a:r>
            <a:r>
              <a:rPr lang="en-IN" i="1" dirty="0"/>
              <a:t>Proximal Policy Optimization Algorithms, </a:t>
            </a:r>
            <a:r>
              <a:rPr lang="en-IN" dirty="0" err="1"/>
              <a:t>s.l.</a:t>
            </a:r>
            <a:r>
              <a:rPr lang="en-IN" dirty="0"/>
              <a:t>: </a:t>
            </a:r>
            <a:r>
              <a:rPr lang="en-IN" dirty="0" err="1"/>
              <a:t>s.n</a:t>
            </a:r>
            <a:r>
              <a:rPr lang="en-IN" dirty="0"/>
              <a:t>. </a:t>
            </a:r>
          </a:p>
          <a:p>
            <a:r>
              <a:rPr lang="en-US" dirty="0"/>
              <a:t>Song, C. H. et al., 2023. </a:t>
            </a:r>
            <a:r>
              <a:rPr lang="en-US" i="1" dirty="0"/>
              <a:t>LLM-Planner: Few-Shot Grounded Planning for Embodied Agents with Large Language Models. </a:t>
            </a:r>
            <a:r>
              <a:rPr lang="en-US" dirty="0" err="1"/>
              <a:t>s.l.</a:t>
            </a:r>
            <a:r>
              <a:rPr lang="en-US" dirty="0"/>
              <a:t>, </a:t>
            </a:r>
            <a:r>
              <a:rPr lang="en-US" dirty="0" err="1"/>
              <a:t>s.n</a:t>
            </a:r>
            <a:r>
              <a:rPr lang="en-US" dirty="0"/>
              <a:t>., pp. 2998-3009. </a:t>
            </a:r>
          </a:p>
          <a:p>
            <a:r>
              <a:rPr lang="en-IN" dirty="0"/>
              <a:t>Wang, L. et al., 2024. A survey on large language model based autonomous agents. </a:t>
            </a:r>
            <a:r>
              <a:rPr lang="en-IN" i="1" dirty="0"/>
              <a:t>Frontiers of Computer Science. </a:t>
            </a:r>
            <a:endParaRPr lang="en-IN" dirty="0"/>
          </a:p>
          <a:p>
            <a:r>
              <a:rPr lang="en-US" dirty="0"/>
              <a:t>Zhang, C., </a:t>
            </a:r>
            <a:r>
              <a:rPr lang="en-US" dirty="0" err="1"/>
              <a:t>Vinyals</a:t>
            </a:r>
            <a:r>
              <a:rPr lang="en-US" dirty="0"/>
              <a:t>, O., Munos, R. &amp; Bengio, S., 2018. </a:t>
            </a:r>
            <a:r>
              <a:rPr lang="en-US" i="1" dirty="0"/>
              <a:t>A Study on Overfitting in Deep Reinforcement Learning, </a:t>
            </a:r>
            <a:r>
              <a:rPr lang="en-US" dirty="0" err="1"/>
              <a:t>s.l.</a:t>
            </a:r>
            <a:r>
              <a:rPr lang="en-US" dirty="0"/>
              <a:t>: </a:t>
            </a:r>
            <a:r>
              <a:rPr lang="en-US" dirty="0" err="1"/>
              <a:t>s.n</a:t>
            </a:r>
            <a:r>
              <a:rPr lang="en-US" dirty="0"/>
              <a:t>. </a:t>
            </a:r>
          </a:p>
          <a:p>
            <a:r>
              <a:rPr lang="en-IN" dirty="0"/>
              <a:t>Zhou, S. et al., 2024. </a:t>
            </a:r>
            <a:r>
              <a:rPr lang="en-IN" i="1" dirty="0" err="1"/>
              <a:t>WebArena</a:t>
            </a:r>
            <a:r>
              <a:rPr lang="en-IN" i="1" dirty="0"/>
              <a:t>: A Realistic Web Environment for Building Autonomous Agents, </a:t>
            </a:r>
            <a:r>
              <a:rPr lang="en-IN" dirty="0" err="1"/>
              <a:t>s.l.</a:t>
            </a:r>
            <a:r>
              <a:rPr lang="en-IN" dirty="0"/>
              <a:t>: </a:t>
            </a:r>
            <a:r>
              <a:rPr lang="en-IN" dirty="0" err="1"/>
              <a:t>s.n</a:t>
            </a:r>
            <a:r>
              <a:rPr lang="en-IN" dirty="0"/>
              <a:t>. </a:t>
            </a:r>
          </a:p>
        </p:txBody>
      </p:sp>
    </p:spTree>
    <p:extLst>
      <p:ext uri="{BB962C8B-B14F-4D97-AF65-F5344CB8AC3E}">
        <p14:creationId xmlns:p14="http://schemas.microsoft.com/office/powerpoint/2010/main" val="9584341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D3B3C7E-BC2D-4436-8B03-AC421FA667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0920" y="157606"/>
            <a:ext cx="11870161" cy="65427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79B5D0C1-066E-4C02-A6B8-59FAE4A197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662258" y="4240546"/>
            <a:ext cx="867485" cy="115439"/>
            <a:chOff x="8910933" y="1861308"/>
            <a:chExt cx="867485" cy="115439"/>
          </a:xfrm>
        </p:grpSpPr>
        <p:sp>
          <p:nvSpPr>
            <p:cNvPr id="12" name="Rectangle 11">
              <a:extLst>
                <a:ext uri="{FF2B5EF4-FFF2-40B4-BE49-F238E27FC236}">
                  <a16:creationId xmlns:a16="http://schemas.microsoft.com/office/drawing/2014/main" id="{D4386904-AFDC-449E-8D1B-906B305EBD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ffectLst>
                  <a:outerShdw blurRad="38100" dist="38100" dir="2700000" algn="tl">
                    <a:srgbClr val="000000">
                      <a:alpha val="43137"/>
                    </a:srgbClr>
                  </a:outerShdw>
                </a:effectLst>
              </a:endParaRPr>
            </a:p>
          </p:txBody>
        </p:sp>
        <p:cxnSp>
          <p:nvCxnSpPr>
            <p:cNvPr id="13" name="Straight Connector 12">
              <a:extLst>
                <a:ext uri="{FF2B5EF4-FFF2-40B4-BE49-F238E27FC236}">
                  <a16:creationId xmlns:a16="http://schemas.microsoft.com/office/drawing/2014/main" id="{F70778F2-11E8-428C-8324-479CA9D6FE9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A0BE89E-CB2D-48BA-A8D2-533FAAAA725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 useBgFill="1">
        <p:nvSpPr>
          <p:cNvPr id="16" name="Rectangle 15">
            <a:extLst>
              <a:ext uri="{FF2B5EF4-FFF2-40B4-BE49-F238E27FC236}">
                <a16:creationId xmlns:a16="http://schemas.microsoft.com/office/drawing/2014/main" id="{4905C695-F54E-4EF8-8AEF-811D460E7A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85CD2A3-2099-476E-9A85-55DC735FA2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8080" y="159026"/>
            <a:ext cx="5943600" cy="65427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9DD71CC-6A5A-7F18-417A-DABBE8A7502F}"/>
              </a:ext>
            </a:extLst>
          </p:cNvPr>
          <p:cNvSpPr>
            <a:spLocks noGrp="1"/>
          </p:cNvSpPr>
          <p:nvPr>
            <p:ph type="title"/>
          </p:nvPr>
        </p:nvSpPr>
        <p:spPr>
          <a:xfrm>
            <a:off x="846827" y="1066801"/>
            <a:ext cx="4554747" cy="2077328"/>
          </a:xfrm>
        </p:spPr>
        <p:txBody>
          <a:bodyPr vert="horz" lIns="91440" tIns="45720" rIns="91440" bIns="45720" rtlCol="0" anchor="b">
            <a:normAutofit/>
          </a:bodyPr>
          <a:lstStyle/>
          <a:p>
            <a:pPr algn="ctr"/>
            <a:r>
              <a:rPr lang="en-US" sz="2800" kern="1200" cap="all" spc="390" baseline="0" dirty="0">
                <a:solidFill>
                  <a:schemeClr val="tx2"/>
                </a:solidFill>
                <a:latin typeface="+mj-lt"/>
                <a:ea typeface="+mj-ea"/>
                <a:cs typeface="+mj-cs"/>
              </a:rPr>
              <a:t>THANK YOU</a:t>
            </a:r>
          </a:p>
        </p:txBody>
      </p:sp>
      <p:pic>
        <p:nvPicPr>
          <p:cNvPr id="6" name="Graphic 5" descr="Smiling Face with No Fill">
            <a:extLst>
              <a:ext uri="{FF2B5EF4-FFF2-40B4-BE49-F238E27FC236}">
                <a16:creationId xmlns:a16="http://schemas.microsoft.com/office/drawing/2014/main" id="{0FE9CA15-44CE-73E5-78F5-630DC213E6B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768914" y="1053914"/>
            <a:ext cx="4750173" cy="4750173"/>
          </a:xfrm>
          <a:prstGeom prst="rect">
            <a:avLst/>
          </a:prstGeom>
        </p:spPr>
      </p:pic>
      <p:grpSp>
        <p:nvGrpSpPr>
          <p:cNvPr id="20" name="Group 19">
            <a:extLst>
              <a:ext uri="{FF2B5EF4-FFF2-40B4-BE49-F238E27FC236}">
                <a16:creationId xmlns:a16="http://schemas.microsoft.com/office/drawing/2014/main" id="{E92979E8-2E86-433E-A7E4-5F102E45A8E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690458" y="4237480"/>
            <a:ext cx="867485" cy="115439"/>
            <a:chOff x="8910933" y="1861308"/>
            <a:chExt cx="867485" cy="115439"/>
          </a:xfrm>
        </p:grpSpPr>
        <p:sp>
          <p:nvSpPr>
            <p:cNvPr id="21" name="Rectangle 20">
              <a:extLst>
                <a:ext uri="{FF2B5EF4-FFF2-40B4-BE49-F238E27FC236}">
                  <a16:creationId xmlns:a16="http://schemas.microsoft.com/office/drawing/2014/main" id="{CDDEF0D5-EF9F-43D4-BF40-27A3121E02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ffectLst>
                  <a:outerShdw blurRad="38100" dist="38100" dir="2700000" algn="tl">
                    <a:srgbClr val="000000">
                      <a:alpha val="43137"/>
                    </a:srgbClr>
                  </a:outerShdw>
                </a:effectLst>
              </a:endParaRPr>
            </a:p>
          </p:txBody>
        </p:sp>
        <p:cxnSp>
          <p:nvCxnSpPr>
            <p:cNvPr id="22" name="Straight Connector 21">
              <a:extLst>
                <a:ext uri="{FF2B5EF4-FFF2-40B4-BE49-F238E27FC236}">
                  <a16:creationId xmlns:a16="http://schemas.microsoft.com/office/drawing/2014/main" id="{71438B34-2B34-4614-B3B4-D099271503B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C691BDB-93D3-4721-903C-45DD9590F11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58112731"/>
      </p:ext>
    </p:extLst>
  </p:cSld>
  <p:clrMapOvr>
    <a:masterClrMapping/>
  </p:clrMapOvr>
</p:sld>
</file>

<file path=ppt/theme/theme1.xml><?xml version="1.0" encoding="utf-8"?>
<a:theme xmlns:a="http://schemas.openxmlformats.org/drawingml/2006/main" name="Adorn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Bembo">
      <a:majorFont>
        <a:latin typeface="Bembo"/>
        <a:ea typeface=""/>
        <a:cs typeface=""/>
      </a:majorFont>
      <a:minorFont>
        <a:latin typeface="Bemb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dornVTI" id="{497E3FA9-5A27-4D12-9D04-917BEF3D1303}" vid="{34192A01-61CA-4566-9818-841C607496F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183</TotalTime>
  <Words>2196</Words>
  <Application>Microsoft Office PowerPoint</Application>
  <PresentationFormat>Widescreen</PresentationFormat>
  <Paragraphs>236</Paragraphs>
  <Slides>17</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Aptos</vt:lpstr>
      <vt:lpstr>Arial</vt:lpstr>
      <vt:lpstr>Bembo</vt:lpstr>
      <vt:lpstr>Times New Roman</vt:lpstr>
      <vt:lpstr>AdornVTI</vt:lpstr>
      <vt:lpstr>  Developing an Autonomous Agent Framework   Integrating LLM-based Reasoning with RL for Task Execution </vt:lpstr>
      <vt:lpstr>Agenda</vt:lpstr>
      <vt:lpstr>INTRODUCTION</vt:lpstr>
      <vt:lpstr>LITERATURE</vt:lpstr>
      <vt:lpstr>ARCHITECTURE (Planner-Tracker-Executor)</vt:lpstr>
      <vt:lpstr>PowerPoint Presentation</vt:lpstr>
      <vt:lpstr>EXPERIMENT</vt:lpstr>
      <vt:lpstr>PowerPoint Presentation</vt:lpstr>
      <vt:lpstr>DEMONSTRATION</vt:lpstr>
      <vt:lpstr>PowerPoint Presentation</vt:lpstr>
      <vt:lpstr>RESULTS &amp; FINDINGS</vt:lpstr>
      <vt:lpstr>PowerPoint Presentation</vt:lpstr>
      <vt:lpstr>LIMITATIONS</vt:lpstr>
      <vt:lpstr>CONCLUSION</vt:lpstr>
      <vt:lpstr>FUTURE WORKS</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Sidharth Gb</dc:creator>
  <cp:lastModifiedBy>Sidharth Gb</cp:lastModifiedBy>
  <cp:revision>2</cp:revision>
  <dcterms:created xsi:type="dcterms:W3CDTF">2026-08-17T22:47:06Z</dcterms:created>
  <dcterms:modified xsi:type="dcterms:W3CDTF">2026-08-18T04:22:30Z</dcterms:modified>
</cp:coreProperties>
</file>